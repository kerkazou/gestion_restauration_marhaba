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1" r:id="rId1"/>
  </p:sldMasterIdLst>
  <p:notesMasterIdLst>
    <p:notesMasterId r:id="rId12"/>
  </p:notesMasterIdLst>
  <p:sldIdLst>
    <p:sldId id="256" r:id="rId2"/>
    <p:sldId id="260" r:id="rId3"/>
    <p:sldId id="266" r:id="rId4"/>
    <p:sldId id="298" r:id="rId5"/>
    <p:sldId id="288" r:id="rId6"/>
    <p:sldId id="352" r:id="rId7"/>
    <p:sldId id="306" r:id="rId8"/>
    <p:sldId id="354" r:id="rId9"/>
    <p:sldId id="353" r:id="rId10"/>
    <p:sldId id="351" r:id="rId11"/>
  </p:sldIdLst>
  <p:sldSz cx="9144000" cy="5143500" type="screen16x9"/>
  <p:notesSz cx="6858000" cy="9144000"/>
  <p:embeddedFontLst>
    <p:embeddedFont>
      <p:font typeface="Advent Pro" panose="020B0604020202020204" charset="0"/>
      <p:regular r:id="rId13"/>
      <p:bold r:id="rId14"/>
      <p:italic r:id="rId15"/>
      <p:boldItalic r:id="rId16"/>
    </p:embeddedFont>
    <p:embeddedFont>
      <p:font typeface="Open Sans" panose="020B0604020202020204" charset="0"/>
      <p:regular r:id="rId17"/>
      <p:bold r:id="rId18"/>
      <p:italic r:id="rId19"/>
      <p:boldItalic r:id="rId20"/>
    </p:embeddedFont>
    <p:embeddedFont>
      <p:font typeface="Roboto" panose="020B060402020202020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tion par défaut" id="{AF3B3267-EF17-4FFB-A6E3-FA8EFDA5CA6B}">
          <p14:sldIdLst>
            <p14:sldId id="256"/>
            <p14:sldId id="260"/>
            <p14:sldId id="266"/>
            <p14:sldId id="298"/>
            <p14:sldId id="288"/>
            <p14:sldId id="352"/>
            <p14:sldId id="306"/>
            <p14:sldId id="354"/>
            <p14:sldId id="353"/>
            <p14:sldId id="351"/>
          </p14:sldIdLst>
        </p14:section>
        <p14:section name="Section sans titre" id="{F5A69B30-EC3B-4696-B5D4-BEA3DC08E478}">
          <p14:sldIdLst/>
        </p14:section>
      </p14:sectionLst>
    </p:ext>
    <p:ext uri="{EFAFB233-063F-42B5-8137-9DF3F51BA10A}">
      <p15:sldGuideLst xmlns:p15="http://schemas.microsoft.com/office/powerpoint/2012/main">
        <p15:guide id="1" orient="horz" pos="1620">
          <p15:clr>
            <a:srgbClr val="9AA0A6"/>
          </p15:clr>
        </p15:guide>
        <p15:guide id="2" pos="2848">
          <p15:clr>
            <a:srgbClr val="9AA0A6"/>
          </p15:clr>
        </p15:guide>
        <p15:guide id="3" pos="5311">
          <p15:clr>
            <a:srgbClr val="9AA0A6"/>
          </p15:clr>
        </p15:guide>
        <p15:guide id="4" orient="horz" pos="2897">
          <p15:clr>
            <a:srgbClr val="9AA0A6"/>
          </p15:clr>
        </p15:guide>
        <p15:guide id="5" orient="horz" pos="346">
          <p15:clr>
            <a:srgbClr val="9AA0A6"/>
          </p15:clr>
        </p15:guide>
        <p15:guide id="6" pos="449">
          <p15:clr>
            <a:srgbClr val="9AA0A6"/>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oucode" initials="Y" lastIdx="1" clrIdx="0">
    <p:extLst>
      <p:ext uri="{19B8F6BF-5375-455C-9EA6-DF929625EA0E}">
        <p15:presenceInfo xmlns:p15="http://schemas.microsoft.com/office/powerpoint/2012/main" userId="154c01d16a265ab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9B3CA8-FAFD-465C-A473-1ECED00D8140}">
  <a:tblStyle styleId="{2D9B3CA8-FAFD-465C-A473-1ECED00D814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83955" autoAdjust="0"/>
  </p:normalViewPr>
  <p:slideViewPr>
    <p:cSldViewPr snapToGrid="0">
      <p:cViewPr varScale="1">
        <p:scale>
          <a:sx n="92" d="100"/>
          <a:sy n="92" d="100"/>
        </p:scale>
        <p:origin x="1224" y="53"/>
      </p:cViewPr>
      <p:guideLst>
        <p:guide orient="horz" pos="1620"/>
        <p:guide pos="2848"/>
        <p:guide pos="5311"/>
        <p:guide orient="horz" pos="2897"/>
        <p:guide orient="horz" pos="346"/>
        <p:guide pos="44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1-23T23:05:06.936" idx="1">
    <p:pos x="10" y="10"/>
    <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Bonjour tout le monde, j’espère que vous allez bien. </a:t>
            </a:r>
            <a:r>
              <a:rPr lang="fr-FR" b="1" smtClean="0"/>
              <a:t>Marhaba</a:t>
            </a:r>
            <a:r>
              <a:rPr lang="fr-FR" smtClean="0"/>
              <a:t>, </a:t>
            </a:r>
            <a:r>
              <a:rPr lang="fr-FR" dirty="0"/>
              <a:t>notre application conçue pour offrir une solution simple et efficace </a:t>
            </a:r>
            <a:r>
              <a:rPr lang="fr-FR" dirty="0" smtClean="0"/>
              <a:t>de</a:t>
            </a:r>
            <a:r>
              <a:rPr lang="fr-FR" baseline="0" dirty="0" smtClean="0"/>
              <a:t> livraison de repas</a:t>
            </a:r>
            <a:r>
              <a:rPr lang="fr-FR" dirty="0" smtClean="0"/>
              <a:t>.</a:t>
            </a:r>
            <a:endParaRPr lang="fr-FR" dirty="0"/>
          </a:p>
          <a:p>
            <a:pPr marL="0" lvl="0" indent="0" algn="l" rtl="0">
              <a:spcBef>
                <a:spcPts val="0"/>
              </a:spcBef>
              <a:spcAft>
                <a:spcPts val="0"/>
              </a:spcAft>
              <a:buNone/>
            </a:pPr>
            <a:endParaRPr lang="fr-FR" dirty="0"/>
          </a:p>
          <a:p>
            <a:pPr marL="158750" indent="0">
              <a:buNone/>
            </a:pPr>
            <a:r>
              <a:rPr lang="en-US" dirty="0"/>
              <a:t>Avant </a:t>
            </a:r>
            <a:r>
              <a:rPr lang="en-US" dirty="0" err="1"/>
              <a:t>tous</a:t>
            </a:r>
            <a:r>
              <a:rPr lang="en-US" dirty="0"/>
              <a:t> nous tenons à </a:t>
            </a:r>
            <a:r>
              <a:rPr lang="en-US" dirty="0" err="1"/>
              <a:t>remercier</a:t>
            </a:r>
            <a:r>
              <a:rPr lang="en-US" dirty="0"/>
              <a:t> </a:t>
            </a:r>
            <a:r>
              <a:rPr lang="en-US" dirty="0" err="1"/>
              <a:t>notre</a:t>
            </a:r>
            <a:r>
              <a:rPr lang="en-US" dirty="0"/>
              <a:t> </a:t>
            </a:r>
            <a:r>
              <a:rPr lang="en-US" dirty="0" err="1"/>
              <a:t>coordinateur</a:t>
            </a:r>
            <a:r>
              <a:rPr lang="en-US" dirty="0"/>
              <a:t>, Monsieur le </a:t>
            </a:r>
            <a:r>
              <a:rPr lang="en-US" dirty="0" err="1"/>
              <a:t>Professeur</a:t>
            </a:r>
            <a:r>
              <a:rPr lang="en-US" dirty="0"/>
              <a:t> X, </a:t>
            </a:r>
            <a:r>
              <a:rPr lang="en-US" dirty="0" err="1"/>
              <a:t>ainsi</a:t>
            </a:r>
            <a:r>
              <a:rPr lang="en-US" dirty="0"/>
              <a:t> que Messieurs les </a:t>
            </a:r>
            <a:r>
              <a:rPr lang="en-US" dirty="0" err="1"/>
              <a:t>membres</a:t>
            </a:r>
            <a:r>
              <a:rPr lang="en-US" dirty="0"/>
              <a:t> du jury, Monsieur Y et Monsieur Z, pour </a:t>
            </a:r>
            <a:r>
              <a:rPr lang="en-US" dirty="0" err="1"/>
              <a:t>leur</a:t>
            </a:r>
            <a:r>
              <a:rPr lang="en-US" dirty="0"/>
              <a:t> </a:t>
            </a:r>
            <a:r>
              <a:rPr lang="en-US" dirty="0" err="1"/>
              <a:t>présence</a:t>
            </a:r>
            <a:r>
              <a:rPr lang="en-US" dirty="0"/>
              <a:t>, </a:t>
            </a:r>
            <a:r>
              <a:rPr lang="en-US" dirty="0" err="1"/>
              <a:t>leur</a:t>
            </a:r>
            <a:r>
              <a:rPr lang="en-US" dirty="0"/>
              <a:t> </a:t>
            </a:r>
            <a:r>
              <a:rPr lang="en-US" dirty="0" err="1"/>
              <a:t>disponibilité</a:t>
            </a:r>
            <a:r>
              <a:rPr lang="en-US" dirty="0"/>
              <a:t> et le temps </a:t>
            </a:r>
            <a:r>
              <a:rPr lang="en-US" dirty="0" err="1"/>
              <a:t>qu’ils</a:t>
            </a:r>
            <a:r>
              <a:rPr lang="en-US" dirty="0"/>
              <a:t> nous </a:t>
            </a:r>
            <a:r>
              <a:rPr lang="en-US" dirty="0" err="1"/>
              <a:t>accordent</a:t>
            </a:r>
            <a:r>
              <a:rPr lang="en-US" dirty="0"/>
              <a:t> </a:t>
            </a:r>
            <a:r>
              <a:rPr lang="en-US" dirty="0" err="1"/>
              <a:t>afin</a:t>
            </a:r>
            <a:r>
              <a:rPr lang="en-US" dirty="0"/>
              <a:t> </a:t>
            </a:r>
            <a:r>
              <a:rPr lang="en-US" dirty="0" err="1"/>
              <a:t>d’assister</a:t>
            </a:r>
            <a:r>
              <a:rPr lang="en-US" dirty="0"/>
              <a:t> à la </a:t>
            </a:r>
            <a:r>
              <a:rPr lang="en-US" dirty="0" err="1"/>
              <a:t>présentation</a:t>
            </a:r>
            <a:r>
              <a:rPr lang="en-US" dirty="0"/>
              <a:t> de </a:t>
            </a:r>
            <a:r>
              <a:rPr lang="en-US" dirty="0" err="1"/>
              <a:t>notre</a:t>
            </a:r>
            <a:r>
              <a:rPr lang="en-US" dirty="0"/>
              <a:t> </a:t>
            </a:r>
            <a:r>
              <a:rPr lang="en-US" dirty="0" err="1"/>
              <a:t>mémoire</a:t>
            </a:r>
            <a:r>
              <a:rPr lang="en-US" dirty="0"/>
              <a:t> de fin </a:t>
            </a:r>
            <a:r>
              <a:rPr lang="en-US" dirty="0" err="1"/>
              <a:t>d’études</a:t>
            </a:r>
            <a:r>
              <a:rPr lang="en-US" dirty="0" smtClean="0"/>
              <a:t>,   </a:t>
            </a:r>
            <a:r>
              <a:rPr lang="en-US" dirty="0" err="1"/>
              <a:t>réalisé</a:t>
            </a:r>
            <a:r>
              <a:rPr lang="en-US" dirty="0"/>
              <a:t> dans le cadre de </a:t>
            </a:r>
            <a:r>
              <a:rPr lang="en-US" dirty="0" err="1"/>
              <a:t>l’obtention</a:t>
            </a:r>
            <a:r>
              <a:rPr lang="en-US" dirty="0"/>
              <a:t> de </a:t>
            </a:r>
            <a:r>
              <a:rPr lang="en-US" dirty="0" err="1"/>
              <a:t>notre</a:t>
            </a:r>
            <a:r>
              <a:rPr lang="en-US" dirty="0"/>
              <a:t> diplôme de master.</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err="1"/>
              <a:t>Alors</a:t>
            </a:r>
            <a:r>
              <a:rPr lang="en-US" dirty="0"/>
              <a:t> </a:t>
            </a:r>
            <a:r>
              <a:rPr lang="en-US" dirty="0" smtClean="0"/>
              <a:t>On</a:t>
            </a:r>
            <a:r>
              <a:rPr lang="en-US" baseline="0" dirty="0" smtClean="0"/>
              <a:t> </a:t>
            </a:r>
            <a:r>
              <a:rPr lang="en-US" baseline="0" dirty="0" err="1" smtClean="0"/>
              <a:t>va</a:t>
            </a:r>
            <a:r>
              <a:rPr lang="en-US" dirty="0" smtClean="0"/>
              <a:t> </a:t>
            </a:r>
            <a:r>
              <a:rPr lang="en-US" dirty="0" err="1"/>
              <a:t>vous</a:t>
            </a:r>
            <a:r>
              <a:rPr lang="en-US" dirty="0"/>
              <a:t> </a:t>
            </a:r>
            <a:r>
              <a:rPr lang="en-US" dirty="0" err="1" smtClean="0"/>
              <a:t>présente</a:t>
            </a:r>
            <a:r>
              <a:rPr lang="en-US" dirty="0" smtClean="0"/>
              <a:t> </a:t>
            </a:r>
            <a:r>
              <a:rPr lang="en-US" dirty="0" err="1"/>
              <a:t>aujourd’hui</a:t>
            </a:r>
            <a:r>
              <a:rPr lang="en-US" dirty="0"/>
              <a:t> </a:t>
            </a:r>
            <a:r>
              <a:rPr lang="en-US" dirty="0" err="1"/>
              <a:t>notre</a:t>
            </a:r>
            <a:r>
              <a:rPr lang="en-US" dirty="0"/>
              <a:t> </a:t>
            </a:r>
            <a:r>
              <a:rPr lang="en-US" dirty="0" err="1"/>
              <a:t>projet</a:t>
            </a:r>
            <a:r>
              <a:rPr lang="en-US" dirty="0"/>
              <a:t> de fin </a:t>
            </a:r>
            <a:r>
              <a:rPr lang="en-US" dirty="0" err="1"/>
              <a:t>d’études</a:t>
            </a:r>
            <a:r>
              <a:rPr lang="en-US" dirty="0"/>
              <a:t>, </a:t>
            </a:r>
            <a:r>
              <a:rPr lang="en-US" dirty="0" err="1"/>
              <a:t>réalisé</a:t>
            </a:r>
            <a:r>
              <a:rPr lang="en-US" dirty="0"/>
              <a:t> par </a:t>
            </a:r>
            <a:r>
              <a:rPr lang="en-US" dirty="0" err="1"/>
              <a:t>moi-même</a:t>
            </a:r>
            <a:r>
              <a:rPr lang="en-US" dirty="0"/>
              <a:t> Azeddine </a:t>
            </a:r>
            <a:r>
              <a:rPr lang="en-US" dirty="0" err="1"/>
              <a:t>maslouh</a:t>
            </a:r>
            <a:r>
              <a:rPr lang="en-US" dirty="0"/>
              <a:t> et mon </a:t>
            </a:r>
            <a:r>
              <a:rPr lang="en-US" dirty="0" err="1"/>
              <a:t>camarade</a:t>
            </a:r>
            <a:r>
              <a:rPr lang="en-US" dirty="0"/>
              <a:t>, Monsieur E.</a:t>
            </a:r>
          </a:p>
          <a:p>
            <a:pPr marL="158750" indent="0">
              <a:buNone/>
            </a:pPr>
            <a:endParaRPr lang="fr-F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b308cb1a8e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b308cb1a8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Notre projet consiste à créer </a:t>
            </a:r>
            <a:r>
              <a:rPr lang="fr-FR" i="1" dirty="0"/>
              <a:t>MARHABA</a:t>
            </a:r>
            <a:r>
              <a:rPr lang="fr-FR" dirty="0"/>
              <a:t>, en fait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t>ON peux choisi cette application pour trouvez une solution de ce </a:t>
            </a:r>
            <a:r>
              <a:rPr lang="fr-FR" dirty="0" err="1"/>
              <a:t>problem</a:t>
            </a:r>
            <a:endParaRPr lang="fr-FR"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6b9affecee_0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6b9affecee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Donc on a choisir</a:t>
            </a:r>
            <a:r>
              <a:rPr lang="fr-FR" baseline="0" dirty="0"/>
              <a:t> 4 solution </a:t>
            </a:r>
          </a:p>
          <a:p>
            <a:pPr marL="0" lvl="0" indent="0" algn="l" rtl="0">
              <a:spcBef>
                <a:spcPts val="0"/>
              </a:spcBef>
              <a:spcAft>
                <a:spcPts val="0"/>
              </a:spcAft>
              <a:buNone/>
            </a:pPr>
            <a:endParaRPr lang="fr-FR" baseline="0" dirty="0"/>
          </a:p>
          <a:p>
            <a:pPr marL="0" lvl="0" indent="0" algn="l" rtl="0">
              <a:spcBef>
                <a:spcPts val="0"/>
              </a:spcBef>
              <a:spcAft>
                <a:spcPts val="0"/>
              </a:spcAft>
              <a:buNone/>
            </a:pPr>
            <a:r>
              <a:rPr lang="fr-FR" baseline="0" dirty="0"/>
              <a:t>Notre application visé a 4 solution</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9"/>
        <p:cNvGrpSpPr/>
        <p:nvPr/>
      </p:nvGrpSpPr>
      <p:grpSpPr>
        <a:xfrm>
          <a:off x="0" y="0"/>
          <a:ext cx="0" cy="0"/>
          <a:chOff x="0" y="0"/>
          <a:chExt cx="0" cy="0"/>
        </a:xfrm>
      </p:grpSpPr>
      <p:sp>
        <p:nvSpPr>
          <p:cNvPr id="2600" name="Google Shape;2600;gb353a86397_0_1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1" name="Google Shape;2601;gb353a86397_0_1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1"/>
        <p:cNvGrpSpPr/>
        <p:nvPr/>
      </p:nvGrpSpPr>
      <p:grpSpPr>
        <a:xfrm>
          <a:off x="0" y="0"/>
          <a:ext cx="0" cy="0"/>
          <a:chOff x="0" y="0"/>
          <a:chExt cx="0" cy="0"/>
        </a:xfrm>
      </p:grpSpPr>
      <p:sp>
        <p:nvSpPr>
          <p:cNvPr id="2042" name="Google Shape;2042;gb353a86397_0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3" name="Google Shape;2043;gb353a86397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Client : Il a le droit de consulter le catalogue , passe </a:t>
            </a:r>
            <a:r>
              <a:rPr lang="fr-FR" dirty="0" err="1"/>
              <a:t>commande,paie</a:t>
            </a:r>
            <a:r>
              <a:rPr lang="fr-FR" dirty="0"/>
              <a:t> livraison et suit sa commande en temp réel</a:t>
            </a:r>
          </a:p>
          <a:p>
            <a:pPr marL="0" lvl="0" indent="0" algn="l" rtl="0">
              <a:spcBef>
                <a:spcPts val="0"/>
              </a:spcBef>
              <a:spcAft>
                <a:spcPts val="0"/>
              </a:spcAft>
              <a:buNone/>
            </a:pPr>
            <a:r>
              <a:rPr lang="fr-FR" dirty="0"/>
              <a:t>Manager : </a:t>
            </a:r>
            <a:r>
              <a:rPr lang="fr-FR" dirty="0" err="1"/>
              <a:t>gére</a:t>
            </a:r>
            <a:r>
              <a:rPr lang="fr-FR" dirty="0"/>
              <a:t> produit , </a:t>
            </a:r>
            <a:r>
              <a:rPr lang="fr-FR" dirty="0" err="1"/>
              <a:t>categorie</a:t>
            </a:r>
            <a:r>
              <a:rPr lang="fr-FR" dirty="0"/>
              <a:t> utilisateurs et livreur , valide les commande aussi consulter les statistiques</a:t>
            </a:r>
          </a:p>
          <a:p>
            <a:pPr marL="0" lvl="0" indent="0" algn="l" rtl="0">
              <a:spcBef>
                <a:spcPts val="0"/>
              </a:spcBef>
              <a:spcAft>
                <a:spcPts val="0"/>
              </a:spcAft>
              <a:buNone/>
            </a:pPr>
            <a:r>
              <a:rPr lang="fr-FR" dirty="0"/>
              <a:t>Livreur : consulte les commande qui lui assignées et mettre a jour le statut de livraison</a:t>
            </a:r>
          </a:p>
          <a:p>
            <a:pPr marL="0" lvl="0" indent="0" algn="l" rtl="0">
              <a:spcBef>
                <a:spcPts val="0"/>
              </a:spcBef>
              <a:spcAft>
                <a:spcPts val="0"/>
              </a:spcAft>
              <a:buNone/>
            </a:pPr>
            <a:r>
              <a:rPr lang="fr-FR" dirty="0"/>
              <a:t>Zakaria va nous clarifier ça encore plus dans la partie UML</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3"/>
        <p:cNvGrpSpPr/>
        <p:nvPr/>
      </p:nvGrpSpPr>
      <p:grpSpPr>
        <a:xfrm>
          <a:off x="0" y="0"/>
          <a:ext cx="0" cy="0"/>
          <a:chOff x="0" y="0"/>
          <a:chExt cx="0" cy="0"/>
        </a:xfrm>
      </p:grpSpPr>
      <p:sp>
        <p:nvSpPr>
          <p:cNvPr id="2994" name="Google Shape;2994;g6ba8e432a2_0_4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5" name="Google Shape;2995;g6ba8e432a2_0_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3">
          <a:extLst>
            <a:ext uri="{FF2B5EF4-FFF2-40B4-BE49-F238E27FC236}">
              <a16:creationId xmlns:a16="http://schemas.microsoft.com/office/drawing/2014/main" id="{E55F8D5D-A236-35ED-93CD-E6B1D296002E}"/>
            </a:ext>
          </a:extLst>
        </p:cNvPr>
        <p:cNvGrpSpPr/>
        <p:nvPr/>
      </p:nvGrpSpPr>
      <p:grpSpPr>
        <a:xfrm>
          <a:off x="0" y="0"/>
          <a:ext cx="0" cy="0"/>
          <a:chOff x="0" y="0"/>
          <a:chExt cx="0" cy="0"/>
        </a:xfrm>
      </p:grpSpPr>
      <p:sp>
        <p:nvSpPr>
          <p:cNvPr id="2994" name="Google Shape;2994;g6ba8e432a2_0_466:notes">
            <a:extLst>
              <a:ext uri="{FF2B5EF4-FFF2-40B4-BE49-F238E27FC236}">
                <a16:creationId xmlns:a16="http://schemas.microsoft.com/office/drawing/2014/main" id="{F8E894E4-C5AB-451A-34DB-C54D19D41A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5" name="Google Shape;2995;g6ba8e432a2_0_466:notes">
            <a:extLst>
              <a:ext uri="{FF2B5EF4-FFF2-40B4-BE49-F238E27FC236}">
                <a16:creationId xmlns:a16="http://schemas.microsoft.com/office/drawing/2014/main" id="{68035A20-56E1-EED4-50B2-83D27966B6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83396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3">
          <a:extLst>
            <a:ext uri="{FF2B5EF4-FFF2-40B4-BE49-F238E27FC236}">
              <a16:creationId xmlns:a16="http://schemas.microsoft.com/office/drawing/2014/main" id="{6F1BE2B2-28AD-91F6-1F4A-C156CC156A9D}"/>
            </a:ext>
          </a:extLst>
        </p:cNvPr>
        <p:cNvGrpSpPr/>
        <p:nvPr/>
      </p:nvGrpSpPr>
      <p:grpSpPr>
        <a:xfrm>
          <a:off x="0" y="0"/>
          <a:ext cx="0" cy="0"/>
          <a:chOff x="0" y="0"/>
          <a:chExt cx="0" cy="0"/>
        </a:xfrm>
      </p:grpSpPr>
      <p:sp>
        <p:nvSpPr>
          <p:cNvPr id="2994" name="Google Shape;2994;g6ba8e432a2_0_466:notes">
            <a:extLst>
              <a:ext uri="{FF2B5EF4-FFF2-40B4-BE49-F238E27FC236}">
                <a16:creationId xmlns:a16="http://schemas.microsoft.com/office/drawing/2014/main" id="{D6187397-3301-28E3-11C1-FDF4DA12C1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5" name="Google Shape;2995;g6ba8e432a2_0_466:notes">
            <a:extLst>
              <a:ext uri="{FF2B5EF4-FFF2-40B4-BE49-F238E27FC236}">
                <a16:creationId xmlns:a16="http://schemas.microsoft.com/office/drawing/2014/main" id="{B39A13B0-3682-9D88-30FB-95B19C8BE3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0418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99600" y="762775"/>
            <a:ext cx="3618000" cy="2420400"/>
          </a:xfrm>
          <a:prstGeom prst="rect">
            <a:avLst/>
          </a:prstGeom>
        </p:spPr>
        <p:txBody>
          <a:bodyPr spcFirstLastPara="1" wrap="square" lIns="91425" tIns="91425" rIns="91425" bIns="91425" anchor="b" anchorCtr="0">
            <a:noAutofit/>
          </a:bodyPr>
          <a:lstStyle>
            <a:lvl1pPr lvl="0">
              <a:lnSpc>
                <a:spcPct val="80000"/>
              </a:lnSpc>
              <a:spcBef>
                <a:spcPts val="0"/>
              </a:spcBef>
              <a:spcAft>
                <a:spcPts val="0"/>
              </a:spcAft>
              <a:buClr>
                <a:schemeClr val="accent6"/>
              </a:buClr>
              <a:buSzPts val="6000"/>
              <a:buNone/>
              <a:defRPr sz="6000">
                <a:solidFill>
                  <a:schemeClr val="accent6"/>
                </a:solidFill>
              </a:defRPr>
            </a:lvl1pPr>
            <a:lvl2pPr lvl="1">
              <a:spcBef>
                <a:spcPts val="0"/>
              </a:spcBef>
              <a:spcAft>
                <a:spcPts val="0"/>
              </a:spcAft>
              <a:buClr>
                <a:schemeClr val="accent6"/>
              </a:buClr>
              <a:buSzPts val="5200"/>
              <a:buNone/>
              <a:defRPr sz="5200">
                <a:solidFill>
                  <a:schemeClr val="accent6"/>
                </a:solidFill>
              </a:defRPr>
            </a:lvl2pPr>
            <a:lvl3pPr lvl="2">
              <a:spcBef>
                <a:spcPts val="0"/>
              </a:spcBef>
              <a:spcAft>
                <a:spcPts val="0"/>
              </a:spcAft>
              <a:buClr>
                <a:schemeClr val="accent6"/>
              </a:buClr>
              <a:buSzPts val="5200"/>
              <a:buNone/>
              <a:defRPr sz="5200">
                <a:solidFill>
                  <a:schemeClr val="accent6"/>
                </a:solidFill>
              </a:defRPr>
            </a:lvl3pPr>
            <a:lvl4pPr lvl="3">
              <a:spcBef>
                <a:spcPts val="0"/>
              </a:spcBef>
              <a:spcAft>
                <a:spcPts val="0"/>
              </a:spcAft>
              <a:buClr>
                <a:schemeClr val="accent6"/>
              </a:buClr>
              <a:buSzPts val="5200"/>
              <a:buNone/>
              <a:defRPr sz="5200">
                <a:solidFill>
                  <a:schemeClr val="accent6"/>
                </a:solidFill>
              </a:defRPr>
            </a:lvl4pPr>
            <a:lvl5pPr lvl="4">
              <a:spcBef>
                <a:spcPts val="0"/>
              </a:spcBef>
              <a:spcAft>
                <a:spcPts val="0"/>
              </a:spcAft>
              <a:buClr>
                <a:schemeClr val="accent6"/>
              </a:buClr>
              <a:buSzPts val="5200"/>
              <a:buNone/>
              <a:defRPr sz="5200">
                <a:solidFill>
                  <a:schemeClr val="accent6"/>
                </a:solidFill>
              </a:defRPr>
            </a:lvl5pPr>
            <a:lvl6pPr lvl="5">
              <a:spcBef>
                <a:spcPts val="0"/>
              </a:spcBef>
              <a:spcAft>
                <a:spcPts val="0"/>
              </a:spcAft>
              <a:buClr>
                <a:schemeClr val="accent6"/>
              </a:buClr>
              <a:buSzPts val="5200"/>
              <a:buNone/>
              <a:defRPr sz="5200">
                <a:solidFill>
                  <a:schemeClr val="accent6"/>
                </a:solidFill>
              </a:defRPr>
            </a:lvl6pPr>
            <a:lvl7pPr lvl="6">
              <a:spcBef>
                <a:spcPts val="0"/>
              </a:spcBef>
              <a:spcAft>
                <a:spcPts val="0"/>
              </a:spcAft>
              <a:buClr>
                <a:schemeClr val="accent6"/>
              </a:buClr>
              <a:buSzPts val="5200"/>
              <a:buNone/>
              <a:defRPr sz="5200">
                <a:solidFill>
                  <a:schemeClr val="accent6"/>
                </a:solidFill>
              </a:defRPr>
            </a:lvl7pPr>
            <a:lvl8pPr lvl="7">
              <a:spcBef>
                <a:spcPts val="0"/>
              </a:spcBef>
              <a:spcAft>
                <a:spcPts val="0"/>
              </a:spcAft>
              <a:buClr>
                <a:schemeClr val="accent6"/>
              </a:buClr>
              <a:buSzPts val="5200"/>
              <a:buNone/>
              <a:defRPr sz="5200">
                <a:solidFill>
                  <a:schemeClr val="accent6"/>
                </a:solidFill>
              </a:defRPr>
            </a:lvl8pPr>
            <a:lvl9pPr lvl="8">
              <a:spcBef>
                <a:spcPts val="0"/>
              </a:spcBef>
              <a:spcAft>
                <a:spcPts val="0"/>
              </a:spcAft>
              <a:buClr>
                <a:schemeClr val="accent6"/>
              </a:buClr>
              <a:buSzPts val="5200"/>
              <a:buNone/>
              <a:defRPr sz="5200">
                <a:solidFill>
                  <a:schemeClr val="accent6"/>
                </a:solidFill>
              </a:defRPr>
            </a:lvl9pPr>
          </a:lstStyle>
          <a:p>
            <a:endParaRPr/>
          </a:p>
        </p:txBody>
      </p:sp>
      <p:sp>
        <p:nvSpPr>
          <p:cNvPr id="10" name="Google Shape;10;p2"/>
          <p:cNvSpPr txBox="1">
            <a:spLocks noGrp="1"/>
          </p:cNvSpPr>
          <p:nvPr>
            <p:ph type="subTitle" idx="1"/>
          </p:nvPr>
        </p:nvSpPr>
        <p:spPr>
          <a:xfrm>
            <a:off x="699600" y="3372625"/>
            <a:ext cx="3618000" cy="792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713225" y="201100"/>
            <a:ext cx="77175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26" name="Google Shape;26;p6"/>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CUSTOM">
    <p:spTree>
      <p:nvGrpSpPr>
        <p:cNvPr id="1" name="Shape 4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1">
  <p:cSld name="CUSTOM_1">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713225" y="1321900"/>
            <a:ext cx="4120800" cy="755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sp>
        <p:nvSpPr>
          <p:cNvPr id="62" name="Google Shape;62;p16"/>
          <p:cNvSpPr txBox="1">
            <a:spLocks noGrp="1"/>
          </p:cNvSpPr>
          <p:nvPr>
            <p:ph type="subTitle" idx="1"/>
          </p:nvPr>
        </p:nvSpPr>
        <p:spPr>
          <a:xfrm>
            <a:off x="713225" y="2165000"/>
            <a:ext cx="4120800" cy="1656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p:cSld name="ONE_COLUMN_TEXT_1_1">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713225" y="201100"/>
            <a:ext cx="77175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72" name="Google Shape;72;p18"/>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
        <p:nvSpPr>
          <p:cNvPr id="73" name="Google Shape;73;p18"/>
          <p:cNvSpPr txBox="1">
            <a:spLocks noGrp="1"/>
          </p:cNvSpPr>
          <p:nvPr>
            <p:ph type="subTitle" idx="1"/>
          </p:nvPr>
        </p:nvSpPr>
        <p:spPr>
          <a:xfrm>
            <a:off x="2976000" y="3623075"/>
            <a:ext cx="3192000" cy="976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hree columns 1">
  <p:cSld name="CUSTOM_9">
    <p:spTree>
      <p:nvGrpSpPr>
        <p:cNvPr id="1" name="Shape 144"/>
        <p:cNvGrpSpPr/>
        <p:nvPr/>
      </p:nvGrpSpPr>
      <p:grpSpPr>
        <a:xfrm>
          <a:off x="0" y="0"/>
          <a:ext cx="0" cy="0"/>
          <a:chOff x="0" y="0"/>
          <a:chExt cx="0" cy="0"/>
        </a:xfrm>
      </p:grpSpPr>
      <p:sp>
        <p:nvSpPr>
          <p:cNvPr id="145" name="Google Shape;145;p29"/>
          <p:cNvSpPr txBox="1">
            <a:spLocks noGrp="1"/>
          </p:cNvSpPr>
          <p:nvPr>
            <p:ph type="title"/>
          </p:nvPr>
        </p:nvSpPr>
        <p:spPr>
          <a:xfrm>
            <a:off x="1167625" y="1983950"/>
            <a:ext cx="1869600" cy="616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46" name="Google Shape;146;p29"/>
          <p:cNvSpPr txBox="1">
            <a:spLocks noGrp="1"/>
          </p:cNvSpPr>
          <p:nvPr>
            <p:ph type="subTitle" idx="1"/>
          </p:nvPr>
        </p:nvSpPr>
        <p:spPr>
          <a:xfrm>
            <a:off x="1167625" y="2535750"/>
            <a:ext cx="1869600" cy="98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600"/>
              <a:buNone/>
              <a:defRPr sz="1400">
                <a:solidFill>
                  <a:schemeClr val="dk1"/>
                </a:solidFill>
              </a:defRPr>
            </a:lvl1pPr>
            <a:lvl2pPr lvl="1" algn="ctr" rtl="0">
              <a:lnSpc>
                <a:spcPct val="100000"/>
              </a:lnSpc>
              <a:spcBef>
                <a:spcPts val="0"/>
              </a:spcBef>
              <a:spcAft>
                <a:spcPts val="0"/>
              </a:spcAft>
              <a:buClr>
                <a:schemeClr val="dk1"/>
              </a:buClr>
              <a:buSzPts val="1600"/>
              <a:buNone/>
              <a:defRPr sz="1600">
                <a:solidFill>
                  <a:schemeClr val="dk1"/>
                </a:solidFill>
              </a:defRPr>
            </a:lvl2pPr>
            <a:lvl3pPr lvl="2" algn="ctr" rtl="0">
              <a:lnSpc>
                <a:spcPct val="100000"/>
              </a:lnSpc>
              <a:spcBef>
                <a:spcPts val="0"/>
              </a:spcBef>
              <a:spcAft>
                <a:spcPts val="0"/>
              </a:spcAft>
              <a:buClr>
                <a:schemeClr val="dk1"/>
              </a:buClr>
              <a:buSzPts val="1600"/>
              <a:buNone/>
              <a:defRPr sz="1600">
                <a:solidFill>
                  <a:schemeClr val="dk1"/>
                </a:solidFill>
              </a:defRPr>
            </a:lvl3pPr>
            <a:lvl4pPr lvl="3" algn="ctr" rtl="0">
              <a:lnSpc>
                <a:spcPct val="100000"/>
              </a:lnSpc>
              <a:spcBef>
                <a:spcPts val="0"/>
              </a:spcBef>
              <a:spcAft>
                <a:spcPts val="0"/>
              </a:spcAft>
              <a:buClr>
                <a:schemeClr val="dk1"/>
              </a:buClr>
              <a:buSzPts val="1600"/>
              <a:buNone/>
              <a:defRPr sz="1600">
                <a:solidFill>
                  <a:schemeClr val="dk1"/>
                </a:solidFill>
              </a:defRPr>
            </a:lvl4pPr>
            <a:lvl5pPr lvl="4" algn="ctr" rtl="0">
              <a:lnSpc>
                <a:spcPct val="100000"/>
              </a:lnSpc>
              <a:spcBef>
                <a:spcPts val="0"/>
              </a:spcBef>
              <a:spcAft>
                <a:spcPts val="0"/>
              </a:spcAft>
              <a:buClr>
                <a:schemeClr val="dk1"/>
              </a:buClr>
              <a:buSzPts val="1600"/>
              <a:buNone/>
              <a:defRPr sz="1600">
                <a:solidFill>
                  <a:schemeClr val="dk1"/>
                </a:solidFill>
              </a:defRPr>
            </a:lvl5pPr>
            <a:lvl6pPr lvl="5" algn="ctr" rtl="0">
              <a:lnSpc>
                <a:spcPct val="100000"/>
              </a:lnSpc>
              <a:spcBef>
                <a:spcPts val="0"/>
              </a:spcBef>
              <a:spcAft>
                <a:spcPts val="0"/>
              </a:spcAft>
              <a:buClr>
                <a:schemeClr val="dk1"/>
              </a:buClr>
              <a:buSzPts val="1600"/>
              <a:buNone/>
              <a:defRPr sz="1600">
                <a:solidFill>
                  <a:schemeClr val="dk1"/>
                </a:solidFill>
              </a:defRPr>
            </a:lvl6pPr>
            <a:lvl7pPr lvl="6" algn="ctr" rtl="0">
              <a:lnSpc>
                <a:spcPct val="100000"/>
              </a:lnSpc>
              <a:spcBef>
                <a:spcPts val="0"/>
              </a:spcBef>
              <a:spcAft>
                <a:spcPts val="0"/>
              </a:spcAft>
              <a:buClr>
                <a:schemeClr val="dk1"/>
              </a:buClr>
              <a:buSzPts val="1600"/>
              <a:buNone/>
              <a:defRPr sz="1600">
                <a:solidFill>
                  <a:schemeClr val="dk1"/>
                </a:solidFill>
              </a:defRPr>
            </a:lvl7pPr>
            <a:lvl8pPr lvl="7" algn="ctr" rtl="0">
              <a:lnSpc>
                <a:spcPct val="100000"/>
              </a:lnSpc>
              <a:spcBef>
                <a:spcPts val="0"/>
              </a:spcBef>
              <a:spcAft>
                <a:spcPts val="0"/>
              </a:spcAft>
              <a:buClr>
                <a:schemeClr val="dk1"/>
              </a:buClr>
              <a:buSzPts val="1600"/>
              <a:buNone/>
              <a:defRPr sz="1600">
                <a:solidFill>
                  <a:schemeClr val="dk1"/>
                </a:solidFill>
              </a:defRPr>
            </a:lvl8pPr>
            <a:lvl9pPr lvl="8" algn="ctr" rtl="0">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147" name="Google Shape;147;p29"/>
          <p:cNvSpPr txBox="1">
            <a:spLocks noGrp="1"/>
          </p:cNvSpPr>
          <p:nvPr>
            <p:ph type="title" idx="2"/>
          </p:nvPr>
        </p:nvSpPr>
        <p:spPr>
          <a:xfrm>
            <a:off x="3637201" y="3050750"/>
            <a:ext cx="1869600" cy="616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48" name="Google Shape;148;p29"/>
          <p:cNvSpPr txBox="1">
            <a:spLocks noGrp="1"/>
          </p:cNvSpPr>
          <p:nvPr>
            <p:ph type="subTitle" idx="3"/>
          </p:nvPr>
        </p:nvSpPr>
        <p:spPr>
          <a:xfrm>
            <a:off x="3637201" y="3602550"/>
            <a:ext cx="1869600" cy="98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600"/>
              <a:buNone/>
              <a:defRPr sz="1400">
                <a:solidFill>
                  <a:schemeClr val="dk1"/>
                </a:solidFill>
              </a:defRPr>
            </a:lvl1pPr>
            <a:lvl2pPr lvl="1" algn="ctr" rtl="0">
              <a:lnSpc>
                <a:spcPct val="100000"/>
              </a:lnSpc>
              <a:spcBef>
                <a:spcPts val="0"/>
              </a:spcBef>
              <a:spcAft>
                <a:spcPts val="0"/>
              </a:spcAft>
              <a:buClr>
                <a:schemeClr val="dk1"/>
              </a:buClr>
              <a:buSzPts val="1600"/>
              <a:buNone/>
              <a:defRPr sz="1600">
                <a:solidFill>
                  <a:schemeClr val="dk1"/>
                </a:solidFill>
              </a:defRPr>
            </a:lvl2pPr>
            <a:lvl3pPr lvl="2" algn="ctr" rtl="0">
              <a:lnSpc>
                <a:spcPct val="100000"/>
              </a:lnSpc>
              <a:spcBef>
                <a:spcPts val="0"/>
              </a:spcBef>
              <a:spcAft>
                <a:spcPts val="0"/>
              </a:spcAft>
              <a:buClr>
                <a:schemeClr val="dk1"/>
              </a:buClr>
              <a:buSzPts val="1600"/>
              <a:buNone/>
              <a:defRPr sz="1600">
                <a:solidFill>
                  <a:schemeClr val="dk1"/>
                </a:solidFill>
              </a:defRPr>
            </a:lvl3pPr>
            <a:lvl4pPr lvl="3" algn="ctr" rtl="0">
              <a:lnSpc>
                <a:spcPct val="100000"/>
              </a:lnSpc>
              <a:spcBef>
                <a:spcPts val="0"/>
              </a:spcBef>
              <a:spcAft>
                <a:spcPts val="0"/>
              </a:spcAft>
              <a:buClr>
                <a:schemeClr val="dk1"/>
              </a:buClr>
              <a:buSzPts val="1600"/>
              <a:buNone/>
              <a:defRPr sz="1600">
                <a:solidFill>
                  <a:schemeClr val="dk1"/>
                </a:solidFill>
              </a:defRPr>
            </a:lvl4pPr>
            <a:lvl5pPr lvl="4" algn="ctr" rtl="0">
              <a:lnSpc>
                <a:spcPct val="100000"/>
              </a:lnSpc>
              <a:spcBef>
                <a:spcPts val="0"/>
              </a:spcBef>
              <a:spcAft>
                <a:spcPts val="0"/>
              </a:spcAft>
              <a:buClr>
                <a:schemeClr val="dk1"/>
              </a:buClr>
              <a:buSzPts val="1600"/>
              <a:buNone/>
              <a:defRPr sz="1600">
                <a:solidFill>
                  <a:schemeClr val="dk1"/>
                </a:solidFill>
              </a:defRPr>
            </a:lvl5pPr>
            <a:lvl6pPr lvl="5" algn="ctr" rtl="0">
              <a:lnSpc>
                <a:spcPct val="100000"/>
              </a:lnSpc>
              <a:spcBef>
                <a:spcPts val="0"/>
              </a:spcBef>
              <a:spcAft>
                <a:spcPts val="0"/>
              </a:spcAft>
              <a:buClr>
                <a:schemeClr val="dk1"/>
              </a:buClr>
              <a:buSzPts val="1600"/>
              <a:buNone/>
              <a:defRPr sz="1600">
                <a:solidFill>
                  <a:schemeClr val="dk1"/>
                </a:solidFill>
              </a:defRPr>
            </a:lvl6pPr>
            <a:lvl7pPr lvl="6" algn="ctr" rtl="0">
              <a:lnSpc>
                <a:spcPct val="100000"/>
              </a:lnSpc>
              <a:spcBef>
                <a:spcPts val="0"/>
              </a:spcBef>
              <a:spcAft>
                <a:spcPts val="0"/>
              </a:spcAft>
              <a:buClr>
                <a:schemeClr val="dk1"/>
              </a:buClr>
              <a:buSzPts val="1600"/>
              <a:buNone/>
              <a:defRPr sz="1600">
                <a:solidFill>
                  <a:schemeClr val="dk1"/>
                </a:solidFill>
              </a:defRPr>
            </a:lvl7pPr>
            <a:lvl8pPr lvl="7" algn="ctr" rtl="0">
              <a:lnSpc>
                <a:spcPct val="100000"/>
              </a:lnSpc>
              <a:spcBef>
                <a:spcPts val="0"/>
              </a:spcBef>
              <a:spcAft>
                <a:spcPts val="0"/>
              </a:spcAft>
              <a:buClr>
                <a:schemeClr val="dk1"/>
              </a:buClr>
              <a:buSzPts val="1600"/>
              <a:buNone/>
              <a:defRPr sz="1600">
                <a:solidFill>
                  <a:schemeClr val="dk1"/>
                </a:solidFill>
              </a:defRPr>
            </a:lvl8pPr>
            <a:lvl9pPr lvl="8" algn="ctr" rtl="0">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149" name="Google Shape;149;p29"/>
          <p:cNvSpPr txBox="1">
            <a:spLocks noGrp="1"/>
          </p:cNvSpPr>
          <p:nvPr>
            <p:ph type="title" idx="4"/>
          </p:nvPr>
        </p:nvSpPr>
        <p:spPr>
          <a:xfrm>
            <a:off x="6106776" y="1983950"/>
            <a:ext cx="1869600" cy="616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2200"/>
              <a:buNone/>
              <a:defRPr sz="2200">
                <a:solidFill>
                  <a:schemeClr val="accent6"/>
                </a:solidFill>
              </a:defRPr>
            </a:lvl1pPr>
            <a:lvl2pPr lvl="1" algn="ctr" rtl="0">
              <a:spcBef>
                <a:spcPts val="0"/>
              </a:spcBef>
              <a:spcAft>
                <a:spcPts val="0"/>
              </a:spcAft>
              <a:buClr>
                <a:schemeClr val="accent6"/>
              </a:buClr>
              <a:buSzPts val="2200"/>
              <a:buNone/>
              <a:defRPr sz="2200">
                <a:solidFill>
                  <a:schemeClr val="accent6"/>
                </a:solidFill>
              </a:defRPr>
            </a:lvl2pPr>
            <a:lvl3pPr lvl="2" algn="ctr" rtl="0">
              <a:spcBef>
                <a:spcPts val="0"/>
              </a:spcBef>
              <a:spcAft>
                <a:spcPts val="0"/>
              </a:spcAft>
              <a:buClr>
                <a:schemeClr val="accent6"/>
              </a:buClr>
              <a:buSzPts val="2200"/>
              <a:buNone/>
              <a:defRPr sz="2200">
                <a:solidFill>
                  <a:schemeClr val="accent6"/>
                </a:solidFill>
              </a:defRPr>
            </a:lvl3pPr>
            <a:lvl4pPr lvl="3" algn="ctr" rtl="0">
              <a:spcBef>
                <a:spcPts val="0"/>
              </a:spcBef>
              <a:spcAft>
                <a:spcPts val="0"/>
              </a:spcAft>
              <a:buClr>
                <a:schemeClr val="accent6"/>
              </a:buClr>
              <a:buSzPts val="2200"/>
              <a:buNone/>
              <a:defRPr sz="2200">
                <a:solidFill>
                  <a:schemeClr val="accent6"/>
                </a:solidFill>
              </a:defRPr>
            </a:lvl4pPr>
            <a:lvl5pPr lvl="4" algn="ctr" rtl="0">
              <a:spcBef>
                <a:spcPts val="0"/>
              </a:spcBef>
              <a:spcAft>
                <a:spcPts val="0"/>
              </a:spcAft>
              <a:buClr>
                <a:schemeClr val="accent6"/>
              </a:buClr>
              <a:buSzPts val="2200"/>
              <a:buNone/>
              <a:defRPr sz="2200">
                <a:solidFill>
                  <a:schemeClr val="accent6"/>
                </a:solidFill>
              </a:defRPr>
            </a:lvl5pPr>
            <a:lvl6pPr lvl="5" algn="ctr" rtl="0">
              <a:spcBef>
                <a:spcPts val="0"/>
              </a:spcBef>
              <a:spcAft>
                <a:spcPts val="0"/>
              </a:spcAft>
              <a:buClr>
                <a:schemeClr val="accent6"/>
              </a:buClr>
              <a:buSzPts val="2200"/>
              <a:buNone/>
              <a:defRPr sz="2200">
                <a:solidFill>
                  <a:schemeClr val="accent6"/>
                </a:solidFill>
              </a:defRPr>
            </a:lvl6pPr>
            <a:lvl7pPr lvl="6" algn="ctr" rtl="0">
              <a:spcBef>
                <a:spcPts val="0"/>
              </a:spcBef>
              <a:spcAft>
                <a:spcPts val="0"/>
              </a:spcAft>
              <a:buClr>
                <a:schemeClr val="accent6"/>
              </a:buClr>
              <a:buSzPts val="2200"/>
              <a:buNone/>
              <a:defRPr sz="2200">
                <a:solidFill>
                  <a:schemeClr val="accent6"/>
                </a:solidFill>
              </a:defRPr>
            </a:lvl7pPr>
            <a:lvl8pPr lvl="7" algn="ctr" rtl="0">
              <a:spcBef>
                <a:spcPts val="0"/>
              </a:spcBef>
              <a:spcAft>
                <a:spcPts val="0"/>
              </a:spcAft>
              <a:buClr>
                <a:schemeClr val="accent6"/>
              </a:buClr>
              <a:buSzPts val="2200"/>
              <a:buNone/>
              <a:defRPr sz="2200">
                <a:solidFill>
                  <a:schemeClr val="accent6"/>
                </a:solidFill>
              </a:defRPr>
            </a:lvl8pPr>
            <a:lvl9pPr lvl="8" algn="ctr" rtl="0">
              <a:spcBef>
                <a:spcPts val="0"/>
              </a:spcBef>
              <a:spcAft>
                <a:spcPts val="0"/>
              </a:spcAft>
              <a:buClr>
                <a:schemeClr val="accent6"/>
              </a:buClr>
              <a:buSzPts val="2200"/>
              <a:buNone/>
              <a:defRPr sz="2200">
                <a:solidFill>
                  <a:schemeClr val="accent6"/>
                </a:solidFill>
              </a:defRPr>
            </a:lvl9pPr>
          </a:lstStyle>
          <a:p>
            <a:endParaRPr/>
          </a:p>
        </p:txBody>
      </p:sp>
      <p:sp>
        <p:nvSpPr>
          <p:cNvPr id="150" name="Google Shape;150;p29"/>
          <p:cNvSpPr txBox="1">
            <a:spLocks noGrp="1"/>
          </p:cNvSpPr>
          <p:nvPr>
            <p:ph type="subTitle" idx="5"/>
          </p:nvPr>
        </p:nvSpPr>
        <p:spPr>
          <a:xfrm>
            <a:off x="6106776" y="2535750"/>
            <a:ext cx="1869600" cy="987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600"/>
              <a:buNone/>
              <a:defRPr sz="1400">
                <a:solidFill>
                  <a:schemeClr val="dk1"/>
                </a:solidFill>
              </a:defRPr>
            </a:lvl1pPr>
            <a:lvl2pPr lvl="1" algn="ctr" rtl="0">
              <a:lnSpc>
                <a:spcPct val="100000"/>
              </a:lnSpc>
              <a:spcBef>
                <a:spcPts val="0"/>
              </a:spcBef>
              <a:spcAft>
                <a:spcPts val="0"/>
              </a:spcAft>
              <a:buClr>
                <a:schemeClr val="dk1"/>
              </a:buClr>
              <a:buSzPts val="1600"/>
              <a:buNone/>
              <a:defRPr sz="1600">
                <a:solidFill>
                  <a:schemeClr val="dk1"/>
                </a:solidFill>
              </a:defRPr>
            </a:lvl2pPr>
            <a:lvl3pPr lvl="2" algn="ctr" rtl="0">
              <a:lnSpc>
                <a:spcPct val="100000"/>
              </a:lnSpc>
              <a:spcBef>
                <a:spcPts val="0"/>
              </a:spcBef>
              <a:spcAft>
                <a:spcPts val="0"/>
              </a:spcAft>
              <a:buClr>
                <a:schemeClr val="dk1"/>
              </a:buClr>
              <a:buSzPts val="1600"/>
              <a:buNone/>
              <a:defRPr sz="1600">
                <a:solidFill>
                  <a:schemeClr val="dk1"/>
                </a:solidFill>
              </a:defRPr>
            </a:lvl3pPr>
            <a:lvl4pPr lvl="3" algn="ctr" rtl="0">
              <a:lnSpc>
                <a:spcPct val="100000"/>
              </a:lnSpc>
              <a:spcBef>
                <a:spcPts val="0"/>
              </a:spcBef>
              <a:spcAft>
                <a:spcPts val="0"/>
              </a:spcAft>
              <a:buClr>
                <a:schemeClr val="dk1"/>
              </a:buClr>
              <a:buSzPts val="1600"/>
              <a:buNone/>
              <a:defRPr sz="1600">
                <a:solidFill>
                  <a:schemeClr val="dk1"/>
                </a:solidFill>
              </a:defRPr>
            </a:lvl4pPr>
            <a:lvl5pPr lvl="4" algn="ctr" rtl="0">
              <a:lnSpc>
                <a:spcPct val="100000"/>
              </a:lnSpc>
              <a:spcBef>
                <a:spcPts val="0"/>
              </a:spcBef>
              <a:spcAft>
                <a:spcPts val="0"/>
              </a:spcAft>
              <a:buClr>
                <a:schemeClr val="dk1"/>
              </a:buClr>
              <a:buSzPts val="1600"/>
              <a:buNone/>
              <a:defRPr sz="1600">
                <a:solidFill>
                  <a:schemeClr val="dk1"/>
                </a:solidFill>
              </a:defRPr>
            </a:lvl5pPr>
            <a:lvl6pPr lvl="5" algn="ctr" rtl="0">
              <a:lnSpc>
                <a:spcPct val="100000"/>
              </a:lnSpc>
              <a:spcBef>
                <a:spcPts val="0"/>
              </a:spcBef>
              <a:spcAft>
                <a:spcPts val="0"/>
              </a:spcAft>
              <a:buClr>
                <a:schemeClr val="dk1"/>
              </a:buClr>
              <a:buSzPts val="1600"/>
              <a:buNone/>
              <a:defRPr sz="1600">
                <a:solidFill>
                  <a:schemeClr val="dk1"/>
                </a:solidFill>
              </a:defRPr>
            </a:lvl6pPr>
            <a:lvl7pPr lvl="6" algn="ctr" rtl="0">
              <a:lnSpc>
                <a:spcPct val="100000"/>
              </a:lnSpc>
              <a:spcBef>
                <a:spcPts val="0"/>
              </a:spcBef>
              <a:spcAft>
                <a:spcPts val="0"/>
              </a:spcAft>
              <a:buClr>
                <a:schemeClr val="dk1"/>
              </a:buClr>
              <a:buSzPts val="1600"/>
              <a:buNone/>
              <a:defRPr sz="1600">
                <a:solidFill>
                  <a:schemeClr val="dk1"/>
                </a:solidFill>
              </a:defRPr>
            </a:lvl7pPr>
            <a:lvl8pPr lvl="7" algn="ctr" rtl="0">
              <a:lnSpc>
                <a:spcPct val="100000"/>
              </a:lnSpc>
              <a:spcBef>
                <a:spcPts val="0"/>
              </a:spcBef>
              <a:spcAft>
                <a:spcPts val="0"/>
              </a:spcAft>
              <a:buClr>
                <a:schemeClr val="dk1"/>
              </a:buClr>
              <a:buSzPts val="1600"/>
              <a:buNone/>
              <a:defRPr sz="1600">
                <a:solidFill>
                  <a:schemeClr val="dk1"/>
                </a:solidFill>
              </a:defRPr>
            </a:lvl8pPr>
            <a:lvl9pPr lvl="8" algn="ctr" rtl="0">
              <a:lnSpc>
                <a:spcPct val="100000"/>
              </a:lnSpc>
              <a:spcBef>
                <a:spcPts val="0"/>
              </a:spcBef>
              <a:spcAft>
                <a:spcPts val="0"/>
              </a:spcAft>
              <a:buClr>
                <a:schemeClr val="dk1"/>
              </a:buClr>
              <a:buSzPts val="1600"/>
              <a:buNone/>
              <a:defRPr sz="1600">
                <a:solidFill>
                  <a:schemeClr val="dk1"/>
                </a:solidFill>
              </a:defRPr>
            </a:lvl9pPr>
          </a:lstStyle>
          <a:p>
            <a:endParaRPr/>
          </a:p>
        </p:txBody>
      </p:sp>
      <p:sp>
        <p:nvSpPr>
          <p:cNvPr id="151" name="Google Shape;151;p29"/>
          <p:cNvSpPr txBox="1">
            <a:spLocks noGrp="1"/>
          </p:cNvSpPr>
          <p:nvPr>
            <p:ph type="title" idx="6"/>
          </p:nvPr>
        </p:nvSpPr>
        <p:spPr>
          <a:xfrm>
            <a:off x="713225" y="201100"/>
            <a:ext cx="7717500" cy="755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6"/>
              </a:buClr>
              <a:buSzPts val="3000"/>
              <a:buNone/>
              <a:defRPr sz="3000">
                <a:solidFill>
                  <a:schemeClr val="accent6"/>
                </a:solidFill>
              </a:defRPr>
            </a:lvl1pPr>
            <a:lvl2pPr lvl="1" algn="ctr" rtl="0">
              <a:spcBef>
                <a:spcPts val="0"/>
              </a:spcBef>
              <a:spcAft>
                <a:spcPts val="0"/>
              </a:spcAft>
              <a:buClr>
                <a:schemeClr val="accent6"/>
              </a:buClr>
              <a:buSzPts val="2400"/>
              <a:buNone/>
              <a:defRPr sz="2400">
                <a:solidFill>
                  <a:schemeClr val="accent6"/>
                </a:solidFill>
              </a:defRPr>
            </a:lvl2pPr>
            <a:lvl3pPr lvl="2" algn="ctr" rtl="0">
              <a:spcBef>
                <a:spcPts val="0"/>
              </a:spcBef>
              <a:spcAft>
                <a:spcPts val="0"/>
              </a:spcAft>
              <a:buClr>
                <a:schemeClr val="accent6"/>
              </a:buClr>
              <a:buSzPts val="2400"/>
              <a:buNone/>
              <a:defRPr sz="2400">
                <a:solidFill>
                  <a:schemeClr val="accent6"/>
                </a:solidFill>
              </a:defRPr>
            </a:lvl3pPr>
            <a:lvl4pPr lvl="3" algn="ctr" rtl="0">
              <a:spcBef>
                <a:spcPts val="0"/>
              </a:spcBef>
              <a:spcAft>
                <a:spcPts val="0"/>
              </a:spcAft>
              <a:buClr>
                <a:schemeClr val="accent6"/>
              </a:buClr>
              <a:buSzPts val="2400"/>
              <a:buNone/>
              <a:defRPr sz="2400">
                <a:solidFill>
                  <a:schemeClr val="accent6"/>
                </a:solidFill>
              </a:defRPr>
            </a:lvl4pPr>
            <a:lvl5pPr lvl="4" algn="ctr" rtl="0">
              <a:spcBef>
                <a:spcPts val="0"/>
              </a:spcBef>
              <a:spcAft>
                <a:spcPts val="0"/>
              </a:spcAft>
              <a:buClr>
                <a:schemeClr val="accent6"/>
              </a:buClr>
              <a:buSzPts val="2400"/>
              <a:buNone/>
              <a:defRPr sz="2400">
                <a:solidFill>
                  <a:schemeClr val="accent6"/>
                </a:solidFill>
              </a:defRPr>
            </a:lvl5pPr>
            <a:lvl6pPr lvl="5" algn="ctr" rtl="0">
              <a:spcBef>
                <a:spcPts val="0"/>
              </a:spcBef>
              <a:spcAft>
                <a:spcPts val="0"/>
              </a:spcAft>
              <a:buClr>
                <a:schemeClr val="accent6"/>
              </a:buClr>
              <a:buSzPts val="2400"/>
              <a:buNone/>
              <a:defRPr sz="2400">
                <a:solidFill>
                  <a:schemeClr val="accent6"/>
                </a:solidFill>
              </a:defRPr>
            </a:lvl6pPr>
            <a:lvl7pPr lvl="6" algn="ctr" rtl="0">
              <a:spcBef>
                <a:spcPts val="0"/>
              </a:spcBef>
              <a:spcAft>
                <a:spcPts val="0"/>
              </a:spcAft>
              <a:buClr>
                <a:schemeClr val="accent6"/>
              </a:buClr>
              <a:buSzPts val="2400"/>
              <a:buNone/>
              <a:defRPr sz="2400">
                <a:solidFill>
                  <a:schemeClr val="accent6"/>
                </a:solidFill>
              </a:defRPr>
            </a:lvl7pPr>
            <a:lvl8pPr lvl="7" algn="ctr" rtl="0">
              <a:spcBef>
                <a:spcPts val="0"/>
              </a:spcBef>
              <a:spcAft>
                <a:spcPts val="0"/>
              </a:spcAft>
              <a:buClr>
                <a:schemeClr val="accent6"/>
              </a:buClr>
              <a:buSzPts val="2400"/>
              <a:buNone/>
              <a:defRPr sz="2400">
                <a:solidFill>
                  <a:schemeClr val="accent6"/>
                </a:solidFill>
              </a:defRPr>
            </a:lvl8pPr>
            <a:lvl9pPr lvl="8" algn="ctr" rtl="0">
              <a:spcBef>
                <a:spcPts val="0"/>
              </a:spcBef>
              <a:spcAft>
                <a:spcPts val="0"/>
              </a:spcAft>
              <a:buClr>
                <a:schemeClr val="accent6"/>
              </a:buClr>
              <a:buSzPts val="2400"/>
              <a:buNone/>
              <a:defRPr sz="2400">
                <a:solidFill>
                  <a:schemeClr val="accent6"/>
                </a:solidFill>
              </a:defRPr>
            </a:lvl9pPr>
          </a:lstStyle>
          <a:p>
            <a:endParaRPr/>
          </a:p>
        </p:txBody>
      </p:sp>
      <p:cxnSp>
        <p:nvCxnSpPr>
          <p:cNvPr id="152" name="Google Shape;152;p29"/>
          <p:cNvCxnSpPr/>
          <p:nvPr/>
        </p:nvCxnSpPr>
        <p:spPr>
          <a:xfrm>
            <a:off x="4309800" y="1023550"/>
            <a:ext cx="524400" cy="0"/>
          </a:xfrm>
          <a:prstGeom prst="straightConnector1">
            <a:avLst/>
          </a:prstGeom>
          <a:noFill/>
          <a:ln w="38100" cap="flat" cmpd="sng">
            <a:solidFill>
              <a:schemeClr val="accent6"/>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1pPr>
            <a:lvl2pPr lvl="1">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2pPr>
            <a:lvl3pPr lvl="2">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3pPr>
            <a:lvl4pPr lvl="3">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4pPr>
            <a:lvl5pPr lvl="4">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5pPr>
            <a:lvl6pPr lvl="5">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6pPr>
            <a:lvl7pPr lvl="6">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7pPr>
            <a:lvl8pPr lvl="7">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8pPr>
            <a:lvl9pPr lvl="8">
              <a:spcBef>
                <a:spcPts val="0"/>
              </a:spcBef>
              <a:spcAft>
                <a:spcPts val="0"/>
              </a:spcAft>
              <a:buClr>
                <a:srgbClr val="434343"/>
              </a:buClr>
              <a:buSzPts val="2800"/>
              <a:buFont typeface="Advent Pro"/>
              <a:buNone/>
              <a:defRPr sz="2800" b="1">
                <a:solidFill>
                  <a:srgbClr val="434343"/>
                </a:solidFill>
                <a:latin typeface="Advent Pro"/>
                <a:ea typeface="Advent Pro"/>
                <a:cs typeface="Advent Pro"/>
                <a:sym typeface="Advent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9" r:id="rId3"/>
    <p:sldLayoutId id="2147483662" r:id="rId4"/>
    <p:sldLayoutId id="2147483664" r:id="rId5"/>
    <p:sldLayoutId id="2147483675" r:id="rId6"/>
  </p:sldLayoutIdLst>
  <mc:AlternateContent xmlns:mc="http://schemas.openxmlformats.org/markup-compatibility/2006" xmlns:p14="http://schemas.microsoft.com/office/powerpoint/2010/main">
    <mc:Choice Requires="p14">
      <p:transition spd="med" p14:dur="70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grpSp>
        <p:nvGrpSpPr>
          <p:cNvPr id="258" name="Google Shape;258;p48"/>
          <p:cNvGrpSpPr/>
          <p:nvPr/>
        </p:nvGrpSpPr>
        <p:grpSpPr>
          <a:xfrm>
            <a:off x="4020093" y="607663"/>
            <a:ext cx="5065148" cy="3795451"/>
            <a:chOff x="936525" y="238100"/>
            <a:chExt cx="5319975" cy="3986400"/>
          </a:xfrm>
        </p:grpSpPr>
        <p:sp>
          <p:nvSpPr>
            <p:cNvPr id="259" name="Google Shape;259;p48"/>
            <p:cNvSpPr/>
            <p:nvPr/>
          </p:nvSpPr>
          <p:spPr>
            <a:xfrm>
              <a:off x="1585950" y="238100"/>
              <a:ext cx="4670550" cy="3949625"/>
            </a:xfrm>
            <a:custGeom>
              <a:avLst/>
              <a:gdLst/>
              <a:ahLst/>
              <a:cxnLst/>
              <a:rect l="l" t="t" r="r" b="b"/>
              <a:pathLst>
                <a:path w="186822" h="157985" extrusionOk="0">
                  <a:moveTo>
                    <a:pt x="91145" y="1"/>
                  </a:moveTo>
                  <a:cubicBezTo>
                    <a:pt x="83069" y="1"/>
                    <a:pt x="75289" y="5146"/>
                    <a:pt x="70242" y="11684"/>
                  </a:cubicBezTo>
                  <a:cubicBezTo>
                    <a:pt x="64470" y="19161"/>
                    <a:pt x="61385" y="28296"/>
                    <a:pt x="57534" y="36921"/>
                  </a:cubicBezTo>
                  <a:cubicBezTo>
                    <a:pt x="53683" y="45547"/>
                    <a:pt x="48606" y="54190"/>
                    <a:pt x="40421" y="58906"/>
                  </a:cubicBezTo>
                  <a:cubicBezTo>
                    <a:pt x="32607" y="63409"/>
                    <a:pt x="22888" y="63771"/>
                    <a:pt x="15215" y="68510"/>
                  </a:cubicBezTo>
                  <a:cubicBezTo>
                    <a:pt x="4141" y="75350"/>
                    <a:pt x="1" y="90547"/>
                    <a:pt x="3903" y="102964"/>
                  </a:cubicBezTo>
                  <a:cubicBezTo>
                    <a:pt x="7804" y="115382"/>
                    <a:pt x="18408" y="124900"/>
                    <a:pt x="30388" y="129989"/>
                  </a:cubicBezTo>
                  <a:cubicBezTo>
                    <a:pt x="42021" y="134933"/>
                    <a:pt x="54885" y="136165"/>
                    <a:pt x="67538" y="136165"/>
                  </a:cubicBezTo>
                  <a:cubicBezTo>
                    <a:pt x="67915" y="136165"/>
                    <a:pt x="68293" y="136164"/>
                    <a:pt x="68670" y="136162"/>
                  </a:cubicBezTo>
                  <a:cubicBezTo>
                    <a:pt x="71151" y="136148"/>
                    <a:pt x="73662" y="136098"/>
                    <a:pt x="76171" y="136098"/>
                  </a:cubicBezTo>
                  <a:cubicBezTo>
                    <a:pt x="83592" y="136098"/>
                    <a:pt x="91005" y="136539"/>
                    <a:pt x="97639" y="139671"/>
                  </a:cubicBezTo>
                  <a:cubicBezTo>
                    <a:pt x="105490" y="143379"/>
                    <a:pt x="111304" y="150460"/>
                    <a:pt x="119003" y="154473"/>
                  </a:cubicBezTo>
                  <a:cubicBezTo>
                    <a:pt x="123471" y="156801"/>
                    <a:pt x="128510" y="157984"/>
                    <a:pt x="133547" y="157984"/>
                  </a:cubicBezTo>
                  <a:cubicBezTo>
                    <a:pt x="137128" y="157984"/>
                    <a:pt x="140707" y="157386"/>
                    <a:pt x="144079" y="156175"/>
                  </a:cubicBezTo>
                  <a:cubicBezTo>
                    <a:pt x="168362" y="147455"/>
                    <a:pt x="180365" y="110227"/>
                    <a:pt x="184842" y="87706"/>
                  </a:cubicBezTo>
                  <a:cubicBezTo>
                    <a:pt x="186018" y="81789"/>
                    <a:pt x="186821" y="75647"/>
                    <a:pt x="185541" y="69753"/>
                  </a:cubicBezTo>
                  <a:cubicBezTo>
                    <a:pt x="184259" y="63857"/>
                    <a:pt x="180546" y="58199"/>
                    <a:pt x="174931" y="55993"/>
                  </a:cubicBezTo>
                  <a:cubicBezTo>
                    <a:pt x="172945" y="55214"/>
                    <a:pt x="170924" y="54904"/>
                    <a:pt x="168876" y="54904"/>
                  </a:cubicBezTo>
                  <a:cubicBezTo>
                    <a:pt x="160991" y="54904"/>
                    <a:pt x="152710" y="59492"/>
                    <a:pt x="144539" y="59492"/>
                  </a:cubicBezTo>
                  <a:cubicBezTo>
                    <a:pt x="143674" y="59492"/>
                    <a:pt x="142810" y="59440"/>
                    <a:pt x="141948" y="59327"/>
                  </a:cubicBezTo>
                  <a:cubicBezTo>
                    <a:pt x="133155" y="58167"/>
                    <a:pt x="126439" y="50691"/>
                    <a:pt x="122614" y="42689"/>
                  </a:cubicBezTo>
                  <a:cubicBezTo>
                    <a:pt x="118789" y="34689"/>
                    <a:pt x="117040" y="25835"/>
                    <a:pt x="113372" y="17761"/>
                  </a:cubicBezTo>
                  <a:cubicBezTo>
                    <a:pt x="109704" y="9688"/>
                    <a:pt x="103348" y="2002"/>
                    <a:pt x="94638" y="331"/>
                  </a:cubicBezTo>
                  <a:cubicBezTo>
                    <a:pt x="93473" y="107"/>
                    <a:pt x="92306" y="1"/>
                    <a:pt x="91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48"/>
            <p:cNvSpPr/>
            <p:nvPr/>
          </p:nvSpPr>
          <p:spPr>
            <a:xfrm>
              <a:off x="936525" y="2497025"/>
              <a:ext cx="659925" cy="801900"/>
            </a:xfrm>
            <a:custGeom>
              <a:avLst/>
              <a:gdLst/>
              <a:ahLst/>
              <a:cxnLst/>
              <a:rect l="l" t="t" r="r" b="b"/>
              <a:pathLst>
                <a:path w="26397" h="32076" extrusionOk="0">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48"/>
            <p:cNvSpPr/>
            <p:nvPr/>
          </p:nvSpPr>
          <p:spPr>
            <a:xfrm>
              <a:off x="1602825" y="3328450"/>
              <a:ext cx="359400" cy="312375"/>
            </a:xfrm>
            <a:custGeom>
              <a:avLst/>
              <a:gdLst/>
              <a:ahLst/>
              <a:cxnLst/>
              <a:rect l="l" t="t" r="r" b="b"/>
              <a:pathLst>
                <a:path w="14376" h="12495" extrusionOk="0">
                  <a:moveTo>
                    <a:pt x="7162" y="0"/>
                  </a:moveTo>
                  <a:cubicBezTo>
                    <a:pt x="3523" y="0"/>
                    <a:pt x="0" y="4267"/>
                    <a:pt x="998" y="8034"/>
                  </a:cubicBezTo>
                  <a:cubicBezTo>
                    <a:pt x="1672" y="10576"/>
                    <a:pt x="4194" y="12494"/>
                    <a:pt x="6817" y="12494"/>
                  </a:cubicBezTo>
                  <a:cubicBezTo>
                    <a:pt x="6883" y="12494"/>
                    <a:pt x="6950" y="12493"/>
                    <a:pt x="7017" y="12490"/>
                  </a:cubicBezTo>
                  <a:cubicBezTo>
                    <a:pt x="13009" y="12267"/>
                    <a:pt x="14375" y="4701"/>
                    <a:pt x="10223" y="1169"/>
                  </a:cubicBezTo>
                  <a:cubicBezTo>
                    <a:pt x="9263" y="352"/>
                    <a:pt x="8208" y="0"/>
                    <a:pt x="71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48"/>
            <p:cNvSpPr/>
            <p:nvPr/>
          </p:nvSpPr>
          <p:spPr>
            <a:xfrm>
              <a:off x="3230125" y="3806550"/>
              <a:ext cx="854375" cy="417950"/>
            </a:xfrm>
            <a:custGeom>
              <a:avLst/>
              <a:gdLst/>
              <a:ahLst/>
              <a:cxnLst/>
              <a:rect l="l" t="t" r="r" b="b"/>
              <a:pathLst>
                <a:path w="34175" h="16718" extrusionOk="0">
                  <a:moveTo>
                    <a:pt x="14322" y="0"/>
                  </a:moveTo>
                  <a:cubicBezTo>
                    <a:pt x="7249" y="0"/>
                    <a:pt x="1" y="1494"/>
                    <a:pt x="1937" y="7168"/>
                  </a:cubicBezTo>
                  <a:cubicBezTo>
                    <a:pt x="2738" y="9516"/>
                    <a:pt x="5431" y="10528"/>
                    <a:pt x="7804" y="11246"/>
                  </a:cubicBezTo>
                  <a:lnTo>
                    <a:pt x="23084" y="15864"/>
                  </a:lnTo>
                  <a:cubicBezTo>
                    <a:pt x="24492" y="16291"/>
                    <a:pt x="25966" y="16718"/>
                    <a:pt x="27416" y="16718"/>
                  </a:cubicBezTo>
                  <a:cubicBezTo>
                    <a:pt x="27959" y="16718"/>
                    <a:pt x="28498" y="16658"/>
                    <a:pt x="29029" y="16516"/>
                  </a:cubicBezTo>
                  <a:cubicBezTo>
                    <a:pt x="32440" y="15604"/>
                    <a:pt x="34174" y="11336"/>
                    <a:pt x="33114" y="7970"/>
                  </a:cubicBezTo>
                  <a:cubicBezTo>
                    <a:pt x="32054" y="4606"/>
                    <a:pt x="28883" y="2243"/>
                    <a:pt x="25509" y="1211"/>
                  </a:cubicBezTo>
                  <a:cubicBezTo>
                    <a:pt x="23765" y="677"/>
                    <a:pt x="19083" y="0"/>
                    <a:pt x="143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48"/>
            <p:cNvSpPr/>
            <p:nvPr/>
          </p:nvSpPr>
          <p:spPr>
            <a:xfrm>
              <a:off x="5137450" y="870200"/>
              <a:ext cx="1025675" cy="624125"/>
            </a:xfrm>
            <a:custGeom>
              <a:avLst/>
              <a:gdLst/>
              <a:ahLst/>
              <a:cxnLst/>
              <a:rect l="l" t="t" r="r" b="b"/>
              <a:pathLst>
                <a:path w="41027" h="24965" extrusionOk="0">
                  <a:moveTo>
                    <a:pt x="25549" y="0"/>
                  </a:moveTo>
                  <a:cubicBezTo>
                    <a:pt x="18911" y="0"/>
                    <a:pt x="13145" y="3402"/>
                    <a:pt x="8571" y="8262"/>
                  </a:cubicBezTo>
                  <a:cubicBezTo>
                    <a:pt x="4815" y="12252"/>
                    <a:pt x="1" y="19959"/>
                    <a:pt x="7114" y="23937"/>
                  </a:cubicBezTo>
                  <a:cubicBezTo>
                    <a:pt x="8457" y="24688"/>
                    <a:pt x="9936" y="24964"/>
                    <a:pt x="11463" y="24964"/>
                  </a:cubicBezTo>
                  <a:cubicBezTo>
                    <a:pt x="13537" y="24964"/>
                    <a:pt x="15699" y="24453"/>
                    <a:pt x="17723" y="23927"/>
                  </a:cubicBezTo>
                  <a:lnTo>
                    <a:pt x="31486" y="20348"/>
                  </a:lnTo>
                  <a:cubicBezTo>
                    <a:pt x="33714" y="19769"/>
                    <a:pt x="36033" y="19142"/>
                    <a:pt x="37758" y="17616"/>
                  </a:cubicBezTo>
                  <a:cubicBezTo>
                    <a:pt x="40848" y="14880"/>
                    <a:pt x="41027" y="9774"/>
                    <a:pt x="38820" y="6286"/>
                  </a:cubicBezTo>
                  <a:cubicBezTo>
                    <a:pt x="36613" y="2799"/>
                    <a:pt x="32548" y="821"/>
                    <a:pt x="28466" y="217"/>
                  </a:cubicBezTo>
                  <a:cubicBezTo>
                    <a:pt x="27476" y="71"/>
                    <a:pt x="26504" y="0"/>
                    <a:pt x="255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 name="Google Shape;264;p48"/>
          <p:cNvSpPr txBox="1">
            <a:spLocks noGrp="1"/>
          </p:cNvSpPr>
          <p:nvPr>
            <p:ph type="ctrTitle"/>
          </p:nvPr>
        </p:nvSpPr>
        <p:spPr>
          <a:xfrm>
            <a:off x="73003" y="436253"/>
            <a:ext cx="4599797" cy="1766947"/>
          </a:xfrm>
          <a:prstGeom prst="rect">
            <a:avLst/>
          </a:prstGeom>
        </p:spPr>
        <p:txBody>
          <a:bodyPr spcFirstLastPara="1" wrap="square" lIns="91425" tIns="91425" rIns="91425" bIns="91425" anchor="b" anchorCtr="0">
            <a:noAutofit/>
          </a:bodyPr>
          <a:lstStyle/>
          <a:p>
            <a:r>
              <a:rPr lang="en" sz="4400" dirty="0"/>
              <a:t>Marhaba</a:t>
            </a:r>
            <a:r>
              <a:rPr lang="en" sz="4000" dirty="0"/>
              <a:t>: </a:t>
            </a:r>
            <a:r>
              <a:rPr lang="fr-FR" sz="3600" dirty="0"/>
              <a:t>Votre Solution de Livraison de Repas</a:t>
            </a:r>
          </a:p>
        </p:txBody>
      </p:sp>
      <p:sp>
        <p:nvSpPr>
          <p:cNvPr id="265" name="Google Shape;265;p48"/>
          <p:cNvSpPr txBox="1">
            <a:spLocks noGrp="1"/>
          </p:cNvSpPr>
          <p:nvPr>
            <p:ph type="subTitle" idx="1"/>
          </p:nvPr>
        </p:nvSpPr>
        <p:spPr>
          <a:xfrm>
            <a:off x="73004" y="3153600"/>
            <a:ext cx="1597396" cy="84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accent6">
                    <a:lumMod val="75000"/>
                  </a:schemeClr>
                </a:solidFill>
              </a:rPr>
              <a:t>Réalisé par: </a:t>
            </a:r>
            <a:endParaRPr sz="1600" dirty="0">
              <a:solidFill>
                <a:schemeClr val="accent6">
                  <a:lumMod val="75000"/>
                </a:schemeClr>
              </a:solidFill>
            </a:endParaRPr>
          </a:p>
          <a:p>
            <a:pPr marL="0" indent="0">
              <a:lnSpc>
                <a:spcPct val="114000"/>
              </a:lnSpc>
              <a:buSzPts val="1600"/>
            </a:pPr>
            <a:r>
              <a:rPr lang="fr-FR" sz="1100" dirty="0">
                <a:solidFill>
                  <a:srgbClr val="002060"/>
                </a:solidFill>
              </a:rPr>
              <a:t>Mr </a:t>
            </a:r>
            <a:r>
              <a:rPr lang="fr-FR" sz="1100" dirty="0" err="1">
                <a:solidFill>
                  <a:srgbClr val="002060"/>
                </a:solidFill>
              </a:rPr>
              <a:t>Azeddine</a:t>
            </a:r>
            <a:r>
              <a:rPr lang="fr-FR" sz="1100" dirty="0">
                <a:solidFill>
                  <a:srgbClr val="002060"/>
                </a:solidFill>
              </a:rPr>
              <a:t> </a:t>
            </a:r>
            <a:r>
              <a:rPr lang="fr-FR" sz="1100" dirty="0" err="1">
                <a:solidFill>
                  <a:srgbClr val="002060"/>
                </a:solidFill>
              </a:rPr>
              <a:t>Maslouh</a:t>
            </a:r>
            <a:endParaRPr lang="fr-FR" sz="1100" dirty="0">
              <a:solidFill>
                <a:srgbClr val="002060"/>
              </a:solidFill>
            </a:endParaRPr>
          </a:p>
          <a:p>
            <a:pPr marL="0" indent="0">
              <a:lnSpc>
                <a:spcPct val="114000"/>
              </a:lnSpc>
              <a:buSzPts val="1600"/>
            </a:pPr>
            <a:r>
              <a:rPr lang="fr-FR" sz="1100" dirty="0">
                <a:solidFill>
                  <a:srgbClr val="002060"/>
                </a:solidFill>
              </a:rPr>
              <a:t>Mr Zakaria </a:t>
            </a:r>
            <a:r>
              <a:rPr lang="fr-FR" sz="1100" dirty="0" err="1">
                <a:solidFill>
                  <a:srgbClr val="002060"/>
                </a:solidFill>
              </a:rPr>
              <a:t>kerkazou</a:t>
            </a:r>
            <a:endParaRPr lang="fr-FR" sz="1100" dirty="0">
              <a:solidFill>
                <a:srgbClr val="002060"/>
              </a:solidFill>
            </a:endParaRPr>
          </a:p>
          <a:p>
            <a:pPr marL="0" lvl="0" indent="0" algn="l" rtl="0">
              <a:spcBef>
                <a:spcPts val="0"/>
              </a:spcBef>
              <a:spcAft>
                <a:spcPts val="0"/>
              </a:spcAft>
              <a:buNone/>
            </a:pPr>
            <a:endParaRPr sz="1800" dirty="0"/>
          </a:p>
        </p:txBody>
      </p:sp>
      <p:grpSp>
        <p:nvGrpSpPr>
          <p:cNvPr id="267" name="Google Shape;267;p48"/>
          <p:cNvGrpSpPr/>
          <p:nvPr/>
        </p:nvGrpSpPr>
        <p:grpSpPr>
          <a:xfrm>
            <a:off x="4760184" y="632680"/>
            <a:ext cx="4717227" cy="4962536"/>
            <a:chOff x="1713850" y="264375"/>
            <a:chExt cx="4954550" cy="5212200"/>
          </a:xfrm>
        </p:grpSpPr>
        <p:sp>
          <p:nvSpPr>
            <p:cNvPr id="268" name="Google Shape;268;p48"/>
            <p:cNvSpPr/>
            <p:nvPr/>
          </p:nvSpPr>
          <p:spPr>
            <a:xfrm>
              <a:off x="2555400" y="2170725"/>
              <a:ext cx="694500" cy="332500"/>
            </a:xfrm>
            <a:custGeom>
              <a:avLst/>
              <a:gdLst/>
              <a:ahLst/>
              <a:cxnLst/>
              <a:rect l="l" t="t" r="r" b="b"/>
              <a:pathLst>
                <a:path w="27780" h="13300" extrusionOk="0">
                  <a:moveTo>
                    <a:pt x="21074" y="0"/>
                  </a:moveTo>
                  <a:lnTo>
                    <a:pt x="1" y="1924"/>
                  </a:lnTo>
                  <a:cubicBezTo>
                    <a:pt x="3646" y="8936"/>
                    <a:pt x="10884" y="13299"/>
                    <a:pt x="18732" y="13299"/>
                  </a:cubicBezTo>
                  <a:cubicBezTo>
                    <a:pt x="19059" y="13299"/>
                    <a:pt x="19387" y="13292"/>
                    <a:pt x="19716" y="13277"/>
                  </a:cubicBezTo>
                  <a:lnTo>
                    <a:pt x="27780" y="12901"/>
                  </a:lnTo>
                  <a:lnTo>
                    <a:pt x="210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48"/>
            <p:cNvSpPr/>
            <p:nvPr/>
          </p:nvSpPr>
          <p:spPr>
            <a:xfrm>
              <a:off x="2712825" y="2473500"/>
              <a:ext cx="694475" cy="332500"/>
            </a:xfrm>
            <a:custGeom>
              <a:avLst/>
              <a:gdLst/>
              <a:ahLst/>
              <a:cxnLst/>
              <a:rect l="l" t="t" r="r" b="b"/>
              <a:pathLst>
                <a:path w="27779" h="13300" extrusionOk="0">
                  <a:moveTo>
                    <a:pt x="21072" y="1"/>
                  </a:moveTo>
                  <a:lnTo>
                    <a:pt x="0" y="1924"/>
                  </a:lnTo>
                  <a:cubicBezTo>
                    <a:pt x="3644" y="8936"/>
                    <a:pt x="10882" y="13300"/>
                    <a:pt x="18731" y="13300"/>
                  </a:cubicBezTo>
                  <a:cubicBezTo>
                    <a:pt x="19058" y="13300"/>
                    <a:pt x="19386" y="13292"/>
                    <a:pt x="19714" y="13277"/>
                  </a:cubicBezTo>
                  <a:lnTo>
                    <a:pt x="27778" y="12903"/>
                  </a:lnTo>
                  <a:lnTo>
                    <a:pt x="2107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48"/>
            <p:cNvSpPr/>
            <p:nvPr/>
          </p:nvSpPr>
          <p:spPr>
            <a:xfrm>
              <a:off x="3029050" y="3016525"/>
              <a:ext cx="596800" cy="352825"/>
            </a:xfrm>
            <a:custGeom>
              <a:avLst/>
              <a:gdLst/>
              <a:ahLst/>
              <a:cxnLst/>
              <a:rect l="l" t="t" r="r" b="b"/>
              <a:pathLst>
                <a:path w="23872" h="14113" extrusionOk="0">
                  <a:moveTo>
                    <a:pt x="19714" y="1"/>
                  </a:moveTo>
                  <a:lnTo>
                    <a:pt x="0" y="10249"/>
                  </a:lnTo>
                  <a:cubicBezTo>
                    <a:pt x="2423" y="12780"/>
                    <a:pt x="5714" y="14113"/>
                    <a:pt x="9052" y="14113"/>
                  </a:cubicBezTo>
                  <a:cubicBezTo>
                    <a:pt x="11016" y="14113"/>
                    <a:pt x="12997" y="13651"/>
                    <a:pt x="14826" y="12700"/>
                  </a:cubicBezTo>
                  <a:lnTo>
                    <a:pt x="23872" y="7999"/>
                  </a:lnTo>
                  <a:lnTo>
                    <a:pt x="197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48"/>
            <p:cNvSpPr/>
            <p:nvPr/>
          </p:nvSpPr>
          <p:spPr>
            <a:xfrm>
              <a:off x="3560800" y="2996475"/>
              <a:ext cx="1775175" cy="1111100"/>
            </a:xfrm>
            <a:custGeom>
              <a:avLst/>
              <a:gdLst/>
              <a:ahLst/>
              <a:cxnLst/>
              <a:rect l="l" t="t" r="r" b="b"/>
              <a:pathLst>
                <a:path w="71007" h="44444" extrusionOk="0">
                  <a:moveTo>
                    <a:pt x="65944" y="0"/>
                  </a:moveTo>
                  <a:lnTo>
                    <a:pt x="1" y="34278"/>
                  </a:lnTo>
                  <a:lnTo>
                    <a:pt x="2857" y="39771"/>
                  </a:lnTo>
                  <a:cubicBezTo>
                    <a:pt x="4401" y="42741"/>
                    <a:pt x="7424" y="44443"/>
                    <a:pt x="10556" y="44443"/>
                  </a:cubicBezTo>
                  <a:cubicBezTo>
                    <a:pt x="11903" y="44443"/>
                    <a:pt x="13269" y="44129"/>
                    <a:pt x="14547" y="43465"/>
                  </a:cubicBezTo>
                  <a:lnTo>
                    <a:pt x="65105" y="17184"/>
                  </a:lnTo>
                  <a:cubicBezTo>
                    <a:pt x="69354" y="14976"/>
                    <a:pt x="71007" y="9743"/>
                    <a:pt x="68799" y="5494"/>
                  </a:cubicBezTo>
                  <a:lnTo>
                    <a:pt x="6594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48"/>
            <p:cNvSpPr/>
            <p:nvPr/>
          </p:nvSpPr>
          <p:spPr>
            <a:xfrm>
              <a:off x="2287850" y="547325"/>
              <a:ext cx="2921650" cy="3305875"/>
            </a:xfrm>
            <a:custGeom>
              <a:avLst/>
              <a:gdLst/>
              <a:ahLst/>
              <a:cxnLst/>
              <a:rect l="l" t="t" r="r" b="b"/>
              <a:pathLst>
                <a:path w="116866" h="132235" extrusionOk="0">
                  <a:moveTo>
                    <a:pt x="65940" y="0"/>
                  </a:moveTo>
                  <a:lnTo>
                    <a:pt x="0" y="34282"/>
                  </a:lnTo>
                  <a:lnTo>
                    <a:pt x="50925" y="132234"/>
                  </a:lnTo>
                  <a:lnTo>
                    <a:pt x="116865" y="97951"/>
                  </a:lnTo>
                  <a:lnTo>
                    <a:pt x="6594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8"/>
            <p:cNvSpPr/>
            <p:nvPr/>
          </p:nvSpPr>
          <p:spPr>
            <a:xfrm>
              <a:off x="2387300" y="647025"/>
              <a:ext cx="2722650" cy="3107000"/>
            </a:xfrm>
            <a:custGeom>
              <a:avLst/>
              <a:gdLst/>
              <a:ahLst/>
              <a:cxnLst/>
              <a:rect l="l" t="t" r="r" b="b"/>
              <a:pathLst>
                <a:path w="108906" h="124280" extrusionOk="0">
                  <a:moveTo>
                    <a:pt x="60710" y="1"/>
                  </a:moveTo>
                  <a:lnTo>
                    <a:pt x="0" y="31558"/>
                  </a:lnTo>
                  <a:lnTo>
                    <a:pt x="48197" y="124279"/>
                  </a:lnTo>
                  <a:lnTo>
                    <a:pt x="108906" y="92722"/>
                  </a:lnTo>
                  <a:lnTo>
                    <a:pt x="6071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8"/>
            <p:cNvSpPr/>
            <p:nvPr/>
          </p:nvSpPr>
          <p:spPr>
            <a:xfrm>
              <a:off x="2187350" y="343625"/>
              <a:ext cx="1749125" cy="1060950"/>
            </a:xfrm>
            <a:custGeom>
              <a:avLst/>
              <a:gdLst/>
              <a:ahLst/>
              <a:cxnLst/>
              <a:rect l="l" t="t" r="r" b="b"/>
              <a:pathLst>
                <a:path w="69965" h="42438" extrusionOk="0">
                  <a:moveTo>
                    <a:pt x="60453" y="0"/>
                  </a:moveTo>
                  <a:cubicBezTo>
                    <a:pt x="59106" y="0"/>
                    <a:pt x="57739" y="315"/>
                    <a:pt x="56461" y="979"/>
                  </a:cubicBezTo>
                  <a:lnTo>
                    <a:pt x="5902" y="27260"/>
                  </a:lnTo>
                  <a:cubicBezTo>
                    <a:pt x="1654" y="29468"/>
                    <a:pt x="0" y="34702"/>
                    <a:pt x="2209" y="38950"/>
                  </a:cubicBezTo>
                  <a:lnTo>
                    <a:pt x="4022" y="42438"/>
                  </a:lnTo>
                  <a:lnTo>
                    <a:pt x="69964" y="8160"/>
                  </a:lnTo>
                  <a:lnTo>
                    <a:pt x="68151" y="4673"/>
                  </a:lnTo>
                  <a:cubicBezTo>
                    <a:pt x="66607" y="1702"/>
                    <a:pt x="63584" y="0"/>
                    <a:pt x="6045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8"/>
            <p:cNvSpPr/>
            <p:nvPr/>
          </p:nvSpPr>
          <p:spPr>
            <a:xfrm>
              <a:off x="2891850" y="714450"/>
              <a:ext cx="425150" cy="246050"/>
            </a:xfrm>
            <a:custGeom>
              <a:avLst/>
              <a:gdLst/>
              <a:ahLst/>
              <a:cxnLst/>
              <a:rect l="l" t="t" r="r" b="b"/>
              <a:pathLst>
                <a:path w="17006" h="9842" extrusionOk="0">
                  <a:moveTo>
                    <a:pt x="15603" y="0"/>
                  </a:moveTo>
                  <a:cubicBezTo>
                    <a:pt x="15416" y="0"/>
                    <a:pt x="15226" y="43"/>
                    <a:pt x="15048" y="134"/>
                  </a:cubicBezTo>
                  <a:lnTo>
                    <a:pt x="830" y="7525"/>
                  </a:lnTo>
                  <a:cubicBezTo>
                    <a:pt x="232" y="7840"/>
                    <a:pt x="1" y="8579"/>
                    <a:pt x="313" y="9178"/>
                  </a:cubicBezTo>
                  <a:cubicBezTo>
                    <a:pt x="531" y="9599"/>
                    <a:pt x="960" y="9841"/>
                    <a:pt x="1404" y="9841"/>
                  </a:cubicBezTo>
                  <a:cubicBezTo>
                    <a:pt x="1593" y="9841"/>
                    <a:pt x="1784" y="9798"/>
                    <a:pt x="1963" y="9706"/>
                  </a:cubicBezTo>
                  <a:lnTo>
                    <a:pt x="1963" y="9705"/>
                  </a:lnTo>
                  <a:lnTo>
                    <a:pt x="16182" y="2315"/>
                  </a:lnTo>
                  <a:cubicBezTo>
                    <a:pt x="16777" y="1998"/>
                    <a:pt x="17006" y="1261"/>
                    <a:pt x="16695" y="662"/>
                  </a:cubicBezTo>
                  <a:cubicBezTo>
                    <a:pt x="16476" y="242"/>
                    <a:pt x="16048" y="0"/>
                    <a:pt x="156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48"/>
            <p:cNvSpPr/>
            <p:nvPr/>
          </p:nvSpPr>
          <p:spPr>
            <a:xfrm>
              <a:off x="2792350" y="951775"/>
              <a:ext cx="64725" cy="61475"/>
            </a:xfrm>
            <a:custGeom>
              <a:avLst/>
              <a:gdLst/>
              <a:ahLst/>
              <a:cxnLst/>
              <a:rect l="l" t="t" r="r" b="b"/>
              <a:pathLst>
                <a:path w="2589" h="2459" extrusionOk="0">
                  <a:moveTo>
                    <a:pt x="1322" y="0"/>
                  </a:moveTo>
                  <a:cubicBezTo>
                    <a:pt x="965" y="0"/>
                    <a:pt x="618" y="156"/>
                    <a:pt x="380" y="439"/>
                  </a:cubicBezTo>
                  <a:cubicBezTo>
                    <a:pt x="60" y="820"/>
                    <a:pt x="1" y="1355"/>
                    <a:pt x="231" y="1797"/>
                  </a:cubicBezTo>
                  <a:cubicBezTo>
                    <a:pt x="449" y="2217"/>
                    <a:pt x="878" y="2459"/>
                    <a:pt x="1321" y="2459"/>
                  </a:cubicBezTo>
                  <a:cubicBezTo>
                    <a:pt x="1512" y="2459"/>
                    <a:pt x="1706" y="2414"/>
                    <a:pt x="1887" y="2320"/>
                  </a:cubicBezTo>
                  <a:cubicBezTo>
                    <a:pt x="2328" y="2091"/>
                    <a:pt x="2588" y="1619"/>
                    <a:pt x="2545" y="1123"/>
                  </a:cubicBezTo>
                  <a:cubicBezTo>
                    <a:pt x="2502" y="628"/>
                    <a:pt x="2166" y="208"/>
                    <a:pt x="1691" y="57"/>
                  </a:cubicBezTo>
                  <a:cubicBezTo>
                    <a:pt x="1569" y="19"/>
                    <a:pt x="1445" y="0"/>
                    <a:pt x="13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48"/>
            <p:cNvSpPr/>
            <p:nvPr/>
          </p:nvSpPr>
          <p:spPr>
            <a:xfrm>
              <a:off x="4233575" y="3422800"/>
              <a:ext cx="466300" cy="318325"/>
            </a:xfrm>
            <a:custGeom>
              <a:avLst/>
              <a:gdLst/>
              <a:ahLst/>
              <a:cxnLst/>
              <a:rect l="l" t="t" r="r" b="b"/>
              <a:pathLst>
                <a:path w="18652" h="12733" extrusionOk="0">
                  <a:moveTo>
                    <a:pt x="14382" y="0"/>
                  </a:moveTo>
                  <a:cubicBezTo>
                    <a:pt x="13802" y="0"/>
                    <a:pt x="13212" y="136"/>
                    <a:pt x="12662" y="422"/>
                  </a:cubicBezTo>
                  <a:lnTo>
                    <a:pt x="2544" y="5682"/>
                  </a:lnTo>
                  <a:cubicBezTo>
                    <a:pt x="713" y="6633"/>
                    <a:pt x="1" y="8889"/>
                    <a:pt x="951" y="10720"/>
                  </a:cubicBezTo>
                  <a:cubicBezTo>
                    <a:pt x="1617" y="11999"/>
                    <a:pt x="2920" y="12733"/>
                    <a:pt x="4270" y="12733"/>
                  </a:cubicBezTo>
                  <a:cubicBezTo>
                    <a:pt x="4850" y="12733"/>
                    <a:pt x="5439" y="12597"/>
                    <a:pt x="5989" y="12311"/>
                  </a:cubicBezTo>
                  <a:lnTo>
                    <a:pt x="16107" y="7051"/>
                  </a:lnTo>
                  <a:cubicBezTo>
                    <a:pt x="17938" y="6100"/>
                    <a:pt x="18651" y="3843"/>
                    <a:pt x="17699" y="2014"/>
                  </a:cubicBezTo>
                  <a:cubicBezTo>
                    <a:pt x="17034" y="733"/>
                    <a:pt x="15731" y="0"/>
                    <a:pt x="1438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48"/>
            <p:cNvSpPr/>
            <p:nvPr/>
          </p:nvSpPr>
          <p:spPr>
            <a:xfrm>
              <a:off x="4267250" y="3452325"/>
              <a:ext cx="398925" cy="259300"/>
            </a:xfrm>
            <a:custGeom>
              <a:avLst/>
              <a:gdLst/>
              <a:ahLst/>
              <a:cxnLst/>
              <a:rect l="l" t="t" r="r" b="b"/>
              <a:pathLst>
                <a:path w="15957" h="10372" extrusionOk="0">
                  <a:moveTo>
                    <a:pt x="13034" y="0"/>
                  </a:moveTo>
                  <a:cubicBezTo>
                    <a:pt x="12637" y="0"/>
                    <a:pt x="12235" y="93"/>
                    <a:pt x="11859" y="288"/>
                  </a:cubicBezTo>
                  <a:lnTo>
                    <a:pt x="1740" y="5548"/>
                  </a:lnTo>
                  <a:cubicBezTo>
                    <a:pt x="489" y="6197"/>
                    <a:pt x="0" y="7744"/>
                    <a:pt x="651" y="8994"/>
                  </a:cubicBezTo>
                  <a:cubicBezTo>
                    <a:pt x="1106" y="9869"/>
                    <a:pt x="1999" y="10371"/>
                    <a:pt x="2923" y="10371"/>
                  </a:cubicBezTo>
                  <a:cubicBezTo>
                    <a:pt x="3320" y="10371"/>
                    <a:pt x="3722" y="10279"/>
                    <a:pt x="4097" y="10083"/>
                  </a:cubicBezTo>
                  <a:lnTo>
                    <a:pt x="14217" y="4824"/>
                  </a:lnTo>
                  <a:cubicBezTo>
                    <a:pt x="15467" y="4173"/>
                    <a:pt x="15956" y="2628"/>
                    <a:pt x="15306" y="1377"/>
                  </a:cubicBezTo>
                  <a:cubicBezTo>
                    <a:pt x="14850" y="502"/>
                    <a:pt x="13957" y="0"/>
                    <a:pt x="130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48"/>
            <p:cNvSpPr/>
            <p:nvPr/>
          </p:nvSpPr>
          <p:spPr>
            <a:xfrm>
              <a:off x="2987500" y="1043625"/>
              <a:ext cx="703525" cy="454950"/>
            </a:xfrm>
            <a:custGeom>
              <a:avLst/>
              <a:gdLst/>
              <a:ahLst/>
              <a:cxnLst/>
              <a:rect l="l" t="t" r="r" b="b"/>
              <a:pathLst>
                <a:path w="28141" h="18198" extrusionOk="0">
                  <a:moveTo>
                    <a:pt x="24100" y="0"/>
                  </a:moveTo>
                  <a:cubicBezTo>
                    <a:pt x="23688" y="0"/>
                    <a:pt x="23269" y="97"/>
                    <a:pt x="22877" y="300"/>
                  </a:cubicBezTo>
                  <a:lnTo>
                    <a:pt x="1809" y="11251"/>
                  </a:lnTo>
                  <a:cubicBezTo>
                    <a:pt x="508" y="11928"/>
                    <a:pt x="1" y="13532"/>
                    <a:pt x="678" y="14834"/>
                  </a:cubicBezTo>
                  <a:lnTo>
                    <a:pt x="1683" y="16766"/>
                  </a:lnTo>
                  <a:cubicBezTo>
                    <a:pt x="2155" y="17676"/>
                    <a:pt x="3081" y="18197"/>
                    <a:pt x="4041" y="18197"/>
                  </a:cubicBezTo>
                  <a:cubicBezTo>
                    <a:pt x="4454" y="18197"/>
                    <a:pt x="4872" y="18101"/>
                    <a:pt x="5264" y="17897"/>
                  </a:cubicBezTo>
                  <a:lnTo>
                    <a:pt x="26332" y="6947"/>
                  </a:lnTo>
                  <a:cubicBezTo>
                    <a:pt x="27633" y="6270"/>
                    <a:pt x="28141" y="4667"/>
                    <a:pt x="27463" y="3364"/>
                  </a:cubicBezTo>
                  <a:lnTo>
                    <a:pt x="26460" y="1432"/>
                  </a:lnTo>
                  <a:cubicBezTo>
                    <a:pt x="25987" y="521"/>
                    <a:pt x="25060" y="0"/>
                    <a:pt x="241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8"/>
            <p:cNvSpPr/>
            <p:nvPr/>
          </p:nvSpPr>
          <p:spPr>
            <a:xfrm>
              <a:off x="3098975" y="1119800"/>
              <a:ext cx="931950" cy="511425"/>
            </a:xfrm>
            <a:custGeom>
              <a:avLst/>
              <a:gdLst/>
              <a:ahLst/>
              <a:cxnLst/>
              <a:rect l="l" t="t" r="r" b="b"/>
              <a:pathLst>
                <a:path w="37278" h="20457" extrusionOk="0">
                  <a:moveTo>
                    <a:pt x="35759" y="1"/>
                  </a:moveTo>
                  <a:cubicBezTo>
                    <a:pt x="35553" y="1"/>
                    <a:pt x="35343" y="49"/>
                    <a:pt x="35147" y="151"/>
                  </a:cubicBezTo>
                  <a:lnTo>
                    <a:pt x="916" y="17944"/>
                  </a:lnTo>
                  <a:cubicBezTo>
                    <a:pt x="259" y="18279"/>
                    <a:pt x="0" y="19086"/>
                    <a:pt x="341" y="19740"/>
                  </a:cubicBezTo>
                  <a:cubicBezTo>
                    <a:pt x="578" y="20196"/>
                    <a:pt x="1041" y="20456"/>
                    <a:pt x="1520" y="20456"/>
                  </a:cubicBezTo>
                  <a:cubicBezTo>
                    <a:pt x="1730" y="20456"/>
                    <a:pt x="1943" y="20407"/>
                    <a:pt x="2141" y="20301"/>
                  </a:cubicBezTo>
                  <a:lnTo>
                    <a:pt x="36373" y="2509"/>
                  </a:lnTo>
                  <a:cubicBezTo>
                    <a:pt x="37023" y="2170"/>
                    <a:pt x="37277" y="1368"/>
                    <a:pt x="36939" y="717"/>
                  </a:cubicBezTo>
                  <a:cubicBezTo>
                    <a:pt x="36702" y="262"/>
                    <a:pt x="36239" y="1"/>
                    <a:pt x="357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8"/>
            <p:cNvSpPr/>
            <p:nvPr/>
          </p:nvSpPr>
          <p:spPr>
            <a:xfrm>
              <a:off x="2620925" y="1463425"/>
              <a:ext cx="369575" cy="323675"/>
            </a:xfrm>
            <a:custGeom>
              <a:avLst/>
              <a:gdLst/>
              <a:ahLst/>
              <a:cxnLst/>
              <a:rect l="l" t="t" r="r" b="b"/>
              <a:pathLst>
                <a:path w="14783" h="12947" extrusionOk="0">
                  <a:moveTo>
                    <a:pt x="7387" y="1"/>
                  </a:moveTo>
                  <a:cubicBezTo>
                    <a:pt x="6381" y="1"/>
                    <a:pt x="5360" y="236"/>
                    <a:pt x="4406" y="732"/>
                  </a:cubicBezTo>
                  <a:cubicBezTo>
                    <a:pt x="1236" y="2380"/>
                    <a:pt x="1" y="6287"/>
                    <a:pt x="1649" y="9458"/>
                  </a:cubicBezTo>
                  <a:cubicBezTo>
                    <a:pt x="2802" y="11676"/>
                    <a:pt x="5059" y="12946"/>
                    <a:pt x="7397" y="12946"/>
                  </a:cubicBezTo>
                  <a:cubicBezTo>
                    <a:pt x="8403" y="12946"/>
                    <a:pt x="9423" y="12711"/>
                    <a:pt x="10377" y="12216"/>
                  </a:cubicBezTo>
                  <a:cubicBezTo>
                    <a:pt x="13547" y="10567"/>
                    <a:pt x="14782" y="6660"/>
                    <a:pt x="13133" y="3488"/>
                  </a:cubicBezTo>
                  <a:cubicBezTo>
                    <a:pt x="11981" y="1271"/>
                    <a:pt x="9724" y="1"/>
                    <a:pt x="73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48"/>
            <p:cNvSpPr/>
            <p:nvPr/>
          </p:nvSpPr>
          <p:spPr>
            <a:xfrm>
              <a:off x="2817025" y="1674850"/>
              <a:ext cx="942525" cy="941950"/>
            </a:xfrm>
            <a:custGeom>
              <a:avLst/>
              <a:gdLst/>
              <a:ahLst/>
              <a:cxnLst/>
              <a:rect l="l" t="t" r="r" b="b"/>
              <a:pathLst>
                <a:path w="37701" h="37678" extrusionOk="0">
                  <a:moveTo>
                    <a:pt x="24777" y="0"/>
                  </a:moveTo>
                  <a:cubicBezTo>
                    <a:pt x="24765" y="0"/>
                    <a:pt x="24754" y="3"/>
                    <a:pt x="24743" y="9"/>
                  </a:cubicBezTo>
                  <a:lnTo>
                    <a:pt x="52" y="12846"/>
                  </a:lnTo>
                  <a:cubicBezTo>
                    <a:pt x="15" y="12865"/>
                    <a:pt x="0" y="12909"/>
                    <a:pt x="20" y="12947"/>
                  </a:cubicBezTo>
                  <a:lnTo>
                    <a:pt x="12856" y="37637"/>
                  </a:lnTo>
                  <a:cubicBezTo>
                    <a:pt x="12870" y="37663"/>
                    <a:pt x="12896" y="37677"/>
                    <a:pt x="12923" y="37677"/>
                  </a:cubicBezTo>
                  <a:cubicBezTo>
                    <a:pt x="12935" y="37677"/>
                    <a:pt x="12947" y="37675"/>
                    <a:pt x="12958" y="37669"/>
                  </a:cubicBezTo>
                  <a:lnTo>
                    <a:pt x="37648" y="24833"/>
                  </a:lnTo>
                  <a:cubicBezTo>
                    <a:pt x="37686" y="24814"/>
                    <a:pt x="37700" y="24768"/>
                    <a:pt x="37681" y="24731"/>
                  </a:cubicBezTo>
                  <a:lnTo>
                    <a:pt x="24844" y="41"/>
                  </a:lnTo>
                  <a:cubicBezTo>
                    <a:pt x="24831" y="15"/>
                    <a:pt x="24804" y="0"/>
                    <a:pt x="2477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8"/>
            <p:cNvSpPr/>
            <p:nvPr/>
          </p:nvSpPr>
          <p:spPr>
            <a:xfrm>
              <a:off x="3497325" y="1321150"/>
              <a:ext cx="942525" cy="941975"/>
            </a:xfrm>
            <a:custGeom>
              <a:avLst/>
              <a:gdLst/>
              <a:ahLst/>
              <a:cxnLst/>
              <a:rect l="l" t="t" r="r" b="b"/>
              <a:pathLst>
                <a:path w="37701" h="37679" extrusionOk="0">
                  <a:moveTo>
                    <a:pt x="24777" y="1"/>
                  </a:moveTo>
                  <a:cubicBezTo>
                    <a:pt x="24765" y="1"/>
                    <a:pt x="24754" y="4"/>
                    <a:pt x="24743" y="9"/>
                  </a:cubicBezTo>
                  <a:lnTo>
                    <a:pt x="52" y="12846"/>
                  </a:lnTo>
                  <a:cubicBezTo>
                    <a:pt x="15" y="12865"/>
                    <a:pt x="0" y="12911"/>
                    <a:pt x="20" y="12949"/>
                  </a:cubicBezTo>
                  <a:lnTo>
                    <a:pt x="12856" y="37638"/>
                  </a:lnTo>
                  <a:cubicBezTo>
                    <a:pt x="12870" y="37664"/>
                    <a:pt x="12896" y="37679"/>
                    <a:pt x="12923" y="37679"/>
                  </a:cubicBezTo>
                  <a:cubicBezTo>
                    <a:pt x="12935" y="37679"/>
                    <a:pt x="12947" y="37676"/>
                    <a:pt x="12958" y="37670"/>
                  </a:cubicBezTo>
                  <a:lnTo>
                    <a:pt x="37648" y="24834"/>
                  </a:lnTo>
                  <a:cubicBezTo>
                    <a:pt x="37686" y="24814"/>
                    <a:pt x="37700" y="24770"/>
                    <a:pt x="37681" y="24732"/>
                  </a:cubicBezTo>
                  <a:lnTo>
                    <a:pt x="24844" y="42"/>
                  </a:lnTo>
                  <a:cubicBezTo>
                    <a:pt x="24831" y="16"/>
                    <a:pt x="24804" y="1"/>
                    <a:pt x="247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8"/>
            <p:cNvSpPr/>
            <p:nvPr/>
          </p:nvSpPr>
          <p:spPr>
            <a:xfrm>
              <a:off x="3188400" y="2361350"/>
              <a:ext cx="942475" cy="941975"/>
            </a:xfrm>
            <a:custGeom>
              <a:avLst/>
              <a:gdLst/>
              <a:ahLst/>
              <a:cxnLst/>
              <a:rect l="l" t="t" r="r" b="b"/>
              <a:pathLst>
                <a:path w="37699" h="37679" extrusionOk="0">
                  <a:moveTo>
                    <a:pt x="24776" y="0"/>
                  </a:moveTo>
                  <a:cubicBezTo>
                    <a:pt x="24764" y="0"/>
                    <a:pt x="24752" y="3"/>
                    <a:pt x="24741" y="9"/>
                  </a:cubicBezTo>
                  <a:lnTo>
                    <a:pt x="51" y="12846"/>
                  </a:lnTo>
                  <a:cubicBezTo>
                    <a:pt x="14" y="12865"/>
                    <a:pt x="0" y="12911"/>
                    <a:pt x="19" y="12947"/>
                  </a:cubicBezTo>
                  <a:lnTo>
                    <a:pt x="12856" y="37638"/>
                  </a:lnTo>
                  <a:cubicBezTo>
                    <a:pt x="12870" y="37664"/>
                    <a:pt x="12895" y="37679"/>
                    <a:pt x="12923" y="37679"/>
                  </a:cubicBezTo>
                  <a:cubicBezTo>
                    <a:pt x="12934" y="37679"/>
                    <a:pt x="12946" y="37676"/>
                    <a:pt x="12957" y="37670"/>
                  </a:cubicBezTo>
                  <a:lnTo>
                    <a:pt x="37648" y="24833"/>
                  </a:lnTo>
                  <a:cubicBezTo>
                    <a:pt x="37684" y="24814"/>
                    <a:pt x="37699" y="24768"/>
                    <a:pt x="37679" y="24732"/>
                  </a:cubicBezTo>
                  <a:lnTo>
                    <a:pt x="24842" y="41"/>
                  </a:lnTo>
                  <a:cubicBezTo>
                    <a:pt x="24829" y="15"/>
                    <a:pt x="24803" y="0"/>
                    <a:pt x="247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48"/>
            <p:cNvSpPr/>
            <p:nvPr/>
          </p:nvSpPr>
          <p:spPr>
            <a:xfrm>
              <a:off x="3868675" y="2007675"/>
              <a:ext cx="942500" cy="941975"/>
            </a:xfrm>
            <a:custGeom>
              <a:avLst/>
              <a:gdLst/>
              <a:ahLst/>
              <a:cxnLst/>
              <a:rect l="l" t="t" r="r" b="b"/>
              <a:pathLst>
                <a:path w="37700" h="37679" extrusionOk="0">
                  <a:moveTo>
                    <a:pt x="24778" y="1"/>
                  </a:moveTo>
                  <a:cubicBezTo>
                    <a:pt x="24766" y="1"/>
                    <a:pt x="24754" y="4"/>
                    <a:pt x="24742" y="10"/>
                  </a:cubicBezTo>
                  <a:lnTo>
                    <a:pt x="52" y="12845"/>
                  </a:lnTo>
                  <a:cubicBezTo>
                    <a:pt x="15" y="12865"/>
                    <a:pt x="1" y="12910"/>
                    <a:pt x="20" y="12948"/>
                  </a:cubicBezTo>
                  <a:lnTo>
                    <a:pt x="12857" y="37637"/>
                  </a:lnTo>
                  <a:cubicBezTo>
                    <a:pt x="12871" y="37663"/>
                    <a:pt x="12896" y="37678"/>
                    <a:pt x="12924" y="37678"/>
                  </a:cubicBezTo>
                  <a:cubicBezTo>
                    <a:pt x="12935" y="37678"/>
                    <a:pt x="12947" y="37675"/>
                    <a:pt x="12958" y="37670"/>
                  </a:cubicBezTo>
                  <a:lnTo>
                    <a:pt x="37649" y="24833"/>
                  </a:lnTo>
                  <a:cubicBezTo>
                    <a:pt x="37685" y="24814"/>
                    <a:pt x="37699" y="24769"/>
                    <a:pt x="37680" y="24732"/>
                  </a:cubicBezTo>
                  <a:lnTo>
                    <a:pt x="24843" y="41"/>
                  </a:lnTo>
                  <a:cubicBezTo>
                    <a:pt x="24830" y="15"/>
                    <a:pt x="24805" y="1"/>
                    <a:pt x="2477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8"/>
            <p:cNvSpPr/>
            <p:nvPr/>
          </p:nvSpPr>
          <p:spPr>
            <a:xfrm>
              <a:off x="4203375" y="2307875"/>
              <a:ext cx="449575" cy="374100"/>
            </a:xfrm>
            <a:custGeom>
              <a:avLst/>
              <a:gdLst/>
              <a:ahLst/>
              <a:cxnLst/>
              <a:rect l="l" t="t" r="r" b="b"/>
              <a:pathLst>
                <a:path w="17983" h="14964" extrusionOk="0">
                  <a:moveTo>
                    <a:pt x="9611" y="0"/>
                  </a:moveTo>
                  <a:cubicBezTo>
                    <a:pt x="8286" y="0"/>
                    <a:pt x="6971" y="318"/>
                    <a:pt x="5761" y="946"/>
                  </a:cubicBezTo>
                  <a:lnTo>
                    <a:pt x="5554" y="1054"/>
                  </a:lnTo>
                  <a:cubicBezTo>
                    <a:pt x="1563" y="3124"/>
                    <a:pt x="0" y="8053"/>
                    <a:pt x="2070" y="12043"/>
                  </a:cubicBezTo>
                  <a:lnTo>
                    <a:pt x="3583" y="14963"/>
                  </a:lnTo>
                  <a:lnTo>
                    <a:pt x="15890" y="8929"/>
                  </a:lnTo>
                  <a:lnTo>
                    <a:pt x="15902" y="8923"/>
                  </a:lnTo>
                  <a:cubicBezTo>
                    <a:pt x="17397" y="8147"/>
                    <a:pt x="17982" y="6299"/>
                    <a:pt x="17208" y="4804"/>
                  </a:cubicBezTo>
                  <a:lnTo>
                    <a:pt x="17065" y="4531"/>
                  </a:lnTo>
                  <a:cubicBezTo>
                    <a:pt x="16034" y="2542"/>
                    <a:pt x="14290" y="1073"/>
                    <a:pt x="12155" y="396"/>
                  </a:cubicBezTo>
                  <a:cubicBezTo>
                    <a:pt x="11320" y="131"/>
                    <a:pt x="10463" y="0"/>
                    <a:pt x="961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8"/>
            <p:cNvSpPr/>
            <p:nvPr/>
          </p:nvSpPr>
          <p:spPr>
            <a:xfrm>
              <a:off x="4159575" y="2310500"/>
              <a:ext cx="424350" cy="376200"/>
            </a:xfrm>
            <a:custGeom>
              <a:avLst/>
              <a:gdLst/>
              <a:ahLst/>
              <a:cxnLst/>
              <a:rect l="l" t="t" r="r" b="b"/>
              <a:pathLst>
                <a:path w="16974" h="15048" extrusionOk="0">
                  <a:moveTo>
                    <a:pt x="10297" y="1"/>
                  </a:moveTo>
                  <a:cubicBezTo>
                    <a:pt x="9799" y="1"/>
                    <a:pt x="9302" y="74"/>
                    <a:pt x="8815" y="146"/>
                  </a:cubicBezTo>
                  <a:cubicBezTo>
                    <a:pt x="8541" y="185"/>
                    <a:pt x="8280" y="224"/>
                    <a:pt x="8024" y="248"/>
                  </a:cubicBezTo>
                  <a:cubicBezTo>
                    <a:pt x="7778" y="272"/>
                    <a:pt x="7521" y="283"/>
                    <a:pt x="7252" y="295"/>
                  </a:cubicBezTo>
                  <a:cubicBezTo>
                    <a:pt x="6441" y="329"/>
                    <a:pt x="5523" y="367"/>
                    <a:pt x="4687" y="801"/>
                  </a:cubicBezTo>
                  <a:cubicBezTo>
                    <a:pt x="3851" y="1235"/>
                    <a:pt x="3291" y="1962"/>
                    <a:pt x="2796" y="2604"/>
                  </a:cubicBezTo>
                  <a:cubicBezTo>
                    <a:pt x="2629" y="2820"/>
                    <a:pt x="2474" y="3022"/>
                    <a:pt x="2312" y="3210"/>
                  </a:cubicBezTo>
                  <a:cubicBezTo>
                    <a:pt x="2144" y="3405"/>
                    <a:pt x="1963" y="3596"/>
                    <a:pt x="1773" y="3797"/>
                  </a:cubicBezTo>
                  <a:cubicBezTo>
                    <a:pt x="1183" y="4419"/>
                    <a:pt x="572" y="5062"/>
                    <a:pt x="286" y="5913"/>
                  </a:cubicBezTo>
                  <a:cubicBezTo>
                    <a:pt x="1" y="6769"/>
                    <a:pt x="109" y="7630"/>
                    <a:pt x="214" y="8463"/>
                  </a:cubicBezTo>
                  <a:cubicBezTo>
                    <a:pt x="248" y="8731"/>
                    <a:pt x="280" y="8984"/>
                    <a:pt x="298" y="9235"/>
                  </a:cubicBezTo>
                  <a:cubicBezTo>
                    <a:pt x="316" y="9476"/>
                    <a:pt x="320" y="9725"/>
                    <a:pt x="325" y="9990"/>
                  </a:cubicBezTo>
                  <a:cubicBezTo>
                    <a:pt x="339" y="10790"/>
                    <a:pt x="355" y="11697"/>
                    <a:pt x="780" y="12516"/>
                  </a:cubicBezTo>
                  <a:cubicBezTo>
                    <a:pt x="1204" y="13337"/>
                    <a:pt x="1937" y="13871"/>
                    <a:pt x="2582" y="14344"/>
                  </a:cubicBezTo>
                  <a:cubicBezTo>
                    <a:pt x="2797" y="14500"/>
                    <a:pt x="2999" y="14648"/>
                    <a:pt x="3185" y="14800"/>
                  </a:cubicBezTo>
                  <a:lnTo>
                    <a:pt x="3486" y="15047"/>
                  </a:lnTo>
                  <a:lnTo>
                    <a:pt x="16920" y="8081"/>
                  </a:lnTo>
                  <a:cubicBezTo>
                    <a:pt x="16920" y="8081"/>
                    <a:pt x="16973" y="7148"/>
                    <a:pt x="16968" y="6883"/>
                  </a:cubicBezTo>
                  <a:cubicBezTo>
                    <a:pt x="16955" y="6083"/>
                    <a:pt x="16938" y="5177"/>
                    <a:pt x="16514" y="4357"/>
                  </a:cubicBezTo>
                  <a:cubicBezTo>
                    <a:pt x="16089" y="3538"/>
                    <a:pt x="15357" y="3002"/>
                    <a:pt x="14711" y="2531"/>
                  </a:cubicBezTo>
                  <a:cubicBezTo>
                    <a:pt x="14496" y="2374"/>
                    <a:pt x="14294" y="2226"/>
                    <a:pt x="14108" y="2073"/>
                  </a:cubicBezTo>
                  <a:cubicBezTo>
                    <a:pt x="13915" y="1914"/>
                    <a:pt x="13725" y="1742"/>
                    <a:pt x="13525" y="1559"/>
                  </a:cubicBezTo>
                  <a:cubicBezTo>
                    <a:pt x="12905" y="994"/>
                    <a:pt x="12264" y="408"/>
                    <a:pt x="11400" y="150"/>
                  </a:cubicBezTo>
                  <a:cubicBezTo>
                    <a:pt x="11034" y="41"/>
                    <a:pt x="10665" y="1"/>
                    <a:pt x="1029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8"/>
            <p:cNvSpPr/>
            <p:nvPr/>
          </p:nvSpPr>
          <p:spPr>
            <a:xfrm>
              <a:off x="4276725" y="2310500"/>
              <a:ext cx="307200" cy="288425"/>
            </a:xfrm>
            <a:custGeom>
              <a:avLst/>
              <a:gdLst/>
              <a:ahLst/>
              <a:cxnLst/>
              <a:rect l="l" t="t" r="r" b="b"/>
              <a:pathLst>
                <a:path w="12288" h="11537" extrusionOk="0">
                  <a:moveTo>
                    <a:pt x="5611" y="1"/>
                  </a:moveTo>
                  <a:cubicBezTo>
                    <a:pt x="5113" y="1"/>
                    <a:pt x="4616" y="74"/>
                    <a:pt x="4129" y="146"/>
                  </a:cubicBezTo>
                  <a:cubicBezTo>
                    <a:pt x="3855" y="185"/>
                    <a:pt x="3594" y="224"/>
                    <a:pt x="3338" y="248"/>
                  </a:cubicBezTo>
                  <a:cubicBezTo>
                    <a:pt x="3092" y="272"/>
                    <a:pt x="2835" y="283"/>
                    <a:pt x="2566" y="295"/>
                  </a:cubicBezTo>
                  <a:cubicBezTo>
                    <a:pt x="1755" y="329"/>
                    <a:pt x="837" y="367"/>
                    <a:pt x="1" y="801"/>
                  </a:cubicBezTo>
                  <a:lnTo>
                    <a:pt x="5569" y="11537"/>
                  </a:lnTo>
                  <a:lnTo>
                    <a:pt x="12233" y="8081"/>
                  </a:lnTo>
                  <a:cubicBezTo>
                    <a:pt x="12233" y="8081"/>
                    <a:pt x="12287" y="7148"/>
                    <a:pt x="12282" y="6883"/>
                  </a:cubicBezTo>
                  <a:cubicBezTo>
                    <a:pt x="12268" y="6083"/>
                    <a:pt x="12252" y="5177"/>
                    <a:pt x="11827" y="4357"/>
                  </a:cubicBezTo>
                  <a:cubicBezTo>
                    <a:pt x="11403" y="3537"/>
                    <a:pt x="10671" y="3002"/>
                    <a:pt x="10025" y="2531"/>
                  </a:cubicBezTo>
                  <a:cubicBezTo>
                    <a:pt x="9810" y="2374"/>
                    <a:pt x="9608" y="2226"/>
                    <a:pt x="9422" y="2073"/>
                  </a:cubicBezTo>
                  <a:cubicBezTo>
                    <a:pt x="9229" y="1914"/>
                    <a:pt x="9039" y="1742"/>
                    <a:pt x="8839" y="1559"/>
                  </a:cubicBezTo>
                  <a:cubicBezTo>
                    <a:pt x="8219" y="994"/>
                    <a:pt x="7578" y="408"/>
                    <a:pt x="6714" y="150"/>
                  </a:cubicBezTo>
                  <a:cubicBezTo>
                    <a:pt x="6348" y="41"/>
                    <a:pt x="5979" y="1"/>
                    <a:pt x="56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48"/>
            <p:cNvSpPr/>
            <p:nvPr/>
          </p:nvSpPr>
          <p:spPr>
            <a:xfrm>
              <a:off x="4144275" y="2373975"/>
              <a:ext cx="449975" cy="353475"/>
            </a:xfrm>
            <a:custGeom>
              <a:avLst/>
              <a:gdLst/>
              <a:ahLst/>
              <a:cxnLst/>
              <a:rect l="l" t="t" r="r" b="b"/>
              <a:pathLst>
                <a:path w="17999" h="14139" extrusionOk="0">
                  <a:moveTo>
                    <a:pt x="9559" y="1"/>
                  </a:moveTo>
                  <a:cubicBezTo>
                    <a:pt x="8261" y="1"/>
                    <a:pt x="6943" y="303"/>
                    <a:pt x="5713" y="941"/>
                  </a:cubicBezTo>
                  <a:cubicBezTo>
                    <a:pt x="1608" y="3070"/>
                    <a:pt x="1" y="8141"/>
                    <a:pt x="2129" y="12246"/>
                  </a:cubicBezTo>
                  <a:lnTo>
                    <a:pt x="3110" y="14138"/>
                  </a:lnTo>
                  <a:lnTo>
                    <a:pt x="17998" y="6416"/>
                  </a:lnTo>
                  <a:lnTo>
                    <a:pt x="17017" y="4525"/>
                  </a:lnTo>
                  <a:cubicBezTo>
                    <a:pt x="15527" y="1651"/>
                    <a:pt x="12593" y="1"/>
                    <a:pt x="95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8"/>
            <p:cNvSpPr/>
            <p:nvPr/>
          </p:nvSpPr>
          <p:spPr>
            <a:xfrm>
              <a:off x="4287100" y="2374000"/>
              <a:ext cx="307150" cy="256925"/>
            </a:xfrm>
            <a:custGeom>
              <a:avLst/>
              <a:gdLst/>
              <a:ahLst/>
              <a:cxnLst/>
              <a:rect l="l" t="t" r="r" b="b"/>
              <a:pathLst>
                <a:path w="12286" h="10277" extrusionOk="0">
                  <a:moveTo>
                    <a:pt x="3846" y="0"/>
                  </a:moveTo>
                  <a:cubicBezTo>
                    <a:pt x="2548" y="0"/>
                    <a:pt x="1231" y="302"/>
                    <a:pt x="0" y="940"/>
                  </a:cubicBezTo>
                  <a:lnTo>
                    <a:pt x="4842" y="10276"/>
                  </a:lnTo>
                  <a:lnTo>
                    <a:pt x="12285" y="6416"/>
                  </a:lnTo>
                  <a:lnTo>
                    <a:pt x="11305" y="4525"/>
                  </a:lnTo>
                  <a:cubicBezTo>
                    <a:pt x="9814" y="1650"/>
                    <a:pt x="6881" y="0"/>
                    <a:pt x="38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8"/>
            <p:cNvSpPr/>
            <p:nvPr/>
          </p:nvSpPr>
          <p:spPr>
            <a:xfrm>
              <a:off x="4269125" y="2554275"/>
              <a:ext cx="39775" cy="39775"/>
            </a:xfrm>
            <a:custGeom>
              <a:avLst/>
              <a:gdLst/>
              <a:ahLst/>
              <a:cxnLst/>
              <a:rect l="l" t="t" r="r" b="b"/>
              <a:pathLst>
                <a:path w="1591" h="1591" extrusionOk="0">
                  <a:moveTo>
                    <a:pt x="1047" y="1"/>
                  </a:moveTo>
                  <a:lnTo>
                    <a:pt x="0" y="543"/>
                  </a:lnTo>
                  <a:lnTo>
                    <a:pt x="543" y="1591"/>
                  </a:lnTo>
                  <a:lnTo>
                    <a:pt x="1590" y="1047"/>
                  </a:lnTo>
                  <a:lnTo>
                    <a:pt x="104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8"/>
            <p:cNvSpPr/>
            <p:nvPr/>
          </p:nvSpPr>
          <p:spPr>
            <a:xfrm>
              <a:off x="4410450" y="2480975"/>
              <a:ext cx="39775" cy="39775"/>
            </a:xfrm>
            <a:custGeom>
              <a:avLst/>
              <a:gdLst/>
              <a:ahLst/>
              <a:cxnLst/>
              <a:rect l="l" t="t" r="r" b="b"/>
              <a:pathLst>
                <a:path w="1591" h="1591" extrusionOk="0">
                  <a:moveTo>
                    <a:pt x="1047" y="0"/>
                  </a:moveTo>
                  <a:lnTo>
                    <a:pt x="1" y="544"/>
                  </a:lnTo>
                  <a:lnTo>
                    <a:pt x="544" y="1591"/>
                  </a:lnTo>
                  <a:lnTo>
                    <a:pt x="1591" y="1047"/>
                  </a:lnTo>
                  <a:lnTo>
                    <a:pt x="1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48"/>
            <p:cNvSpPr/>
            <p:nvPr/>
          </p:nvSpPr>
          <p:spPr>
            <a:xfrm>
              <a:off x="4315650" y="2471100"/>
              <a:ext cx="39775" cy="39775"/>
            </a:xfrm>
            <a:custGeom>
              <a:avLst/>
              <a:gdLst/>
              <a:ahLst/>
              <a:cxnLst/>
              <a:rect l="l" t="t" r="r" b="b"/>
              <a:pathLst>
                <a:path w="1591" h="1591" extrusionOk="0">
                  <a:moveTo>
                    <a:pt x="1048" y="0"/>
                  </a:moveTo>
                  <a:lnTo>
                    <a:pt x="0" y="544"/>
                  </a:lnTo>
                  <a:lnTo>
                    <a:pt x="544" y="1590"/>
                  </a:lnTo>
                  <a:lnTo>
                    <a:pt x="1590" y="1047"/>
                  </a:lnTo>
                  <a:lnTo>
                    <a:pt x="104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48"/>
            <p:cNvSpPr/>
            <p:nvPr/>
          </p:nvSpPr>
          <p:spPr>
            <a:xfrm>
              <a:off x="4328750" y="2471100"/>
              <a:ext cx="26675" cy="32975"/>
            </a:xfrm>
            <a:custGeom>
              <a:avLst/>
              <a:gdLst/>
              <a:ahLst/>
              <a:cxnLst/>
              <a:rect l="l" t="t" r="r" b="b"/>
              <a:pathLst>
                <a:path w="1067" h="1319" extrusionOk="0">
                  <a:moveTo>
                    <a:pt x="523" y="0"/>
                  </a:moveTo>
                  <a:lnTo>
                    <a:pt x="0" y="271"/>
                  </a:lnTo>
                  <a:lnTo>
                    <a:pt x="544" y="1318"/>
                  </a:lnTo>
                  <a:lnTo>
                    <a:pt x="1066" y="1047"/>
                  </a:lnTo>
                  <a:lnTo>
                    <a:pt x="52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8"/>
            <p:cNvSpPr/>
            <p:nvPr/>
          </p:nvSpPr>
          <p:spPr>
            <a:xfrm>
              <a:off x="3823525" y="1789950"/>
              <a:ext cx="408300" cy="276175"/>
            </a:xfrm>
            <a:custGeom>
              <a:avLst/>
              <a:gdLst/>
              <a:ahLst/>
              <a:cxnLst/>
              <a:rect l="l" t="t" r="r" b="b"/>
              <a:pathLst>
                <a:path w="16332" h="11047" extrusionOk="0">
                  <a:moveTo>
                    <a:pt x="14504" y="1"/>
                  </a:moveTo>
                  <a:lnTo>
                    <a:pt x="0" y="7521"/>
                  </a:lnTo>
                  <a:lnTo>
                    <a:pt x="1829" y="11046"/>
                  </a:lnTo>
                  <a:lnTo>
                    <a:pt x="16332" y="3525"/>
                  </a:lnTo>
                  <a:lnTo>
                    <a:pt x="1450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48"/>
            <p:cNvSpPr/>
            <p:nvPr/>
          </p:nvSpPr>
          <p:spPr>
            <a:xfrm>
              <a:off x="4004825" y="1789950"/>
              <a:ext cx="227000" cy="182175"/>
            </a:xfrm>
            <a:custGeom>
              <a:avLst/>
              <a:gdLst/>
              <a:ahLst/>
              <a:cxnLst/>
              <a:rect l="l" t="t" r="r" b="b"/>
              <a:pathLst>
                <a:path w="9080" h="7287" extrusionOk="0">
                  <a:moveTo>
                    <a:pt x="7251" y="1"/>
                  </a:moveTo>
                  <a:lnTo>
                    <a:pt x="0" y="3760"/>
                  </a:lnTo>
                  <a:lnTo>
                    <a:pt x="1827" y="7286"/>
                  </a:lnTo>
                  <a:lnTo>
                    <a:pt x="9080" y="3525"/>
                  </a:lnTo>
                  <a:lnTo>
                    <a:pt x="72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48"/>
            <p:cNvSpPr/>
            <p:nvPr/>
          </p:nvSpPr>
          <p:spPr>
            <a:xfrm>
              <a:off x="3719800" y="1578750"/>
              <a:ext cx="448575" cy="366000"/>
            </a:xfrm>
            <a:custGeom>
              <a:avLst/>
              <a:gdLst/>
              <a:ahLst/>
              <a:cxnLst/>
              <a:rect l="l" t="t" r="r" b="b"/>
              <a:pathLst>
                <a:path w="17943" h="14640" extrusionOk="0">
                  <a:moveTo>
                    <a:pt x="9277" y="1"/>
                  </a:moveTo>
                  <a:cubicBezTo>
                    <a:pt x="8016" y="1"/>
                    <a:pt x="6738" y="294"/>
                    <a:pt x="5544" y="913"/>
                  </a:cubicBezTo>
                  <a:cubicBezTo>
                    <a:pt x="1560" y="2978"/>
                    <a:pt x="0" y="7900"/>
                    <a:pt x="2065" y="11883"/>
                  </a:cubicBezTo>
                  <a:lnTo>
                    <a:pt x="3495" y="14639"/>
                  </a:lnTo>
                  <a:lnTo>
                    <a:pt x="17942" y="7148"/>
                  </a:lnTo>
                  <a:lnTo>
                    <a:pt x="16512" y="4390"/>
                  </a:lnTo>
                  <a:cubicBezTo>
                    <a:pt x="15067" y="1601"/>
                    <a:pt x="12220" y="1"/>
                    <a:pt x="92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8"/>
            <p:cNvSpPr/>
            <p:nvPr/>
          </p:nvSpPr>
          <p:spPr>
            <a:xfrm>
              <a:off x="3858375" y="1578750"/>
              <a:ext cx="310025" cy="272350"/>
            </a:xfrm>
            <a:custGeom>
              <a:avLst/>
              <a:gdLst/>
              <a:ahLst/>
              <a:cxnLst/>
              <a:rect l="l" t="t" r="r" b="b"/>
              <a:pathLst>
                <a:path w="12401" h="10894" extrusionOk="0">
                  <a:moveTo>
                    <a:pt x="3734" y="1"/>
                  </a:moveTo>
                  <a:cubicBezTo>
                    <a:pt x="2473" y="1"/>
                    <a:pt x="1195" y="294"/>
                    <a:pt x="1" y="913"/>
                  </a:cubicBezTo>
                  <a:lnTo>
                    <a:pt x="5176" y="10894"/>
                  </a:lnTo>
                  <a:lnTo>
                    <a:pt x="12401" y="7148"/>
                  </a:lnTo>
                  <a:lnTo>
                    <a:pt x="10971" y="4390"/>
                  </a:lnTo>
                  <a:cubicBezTo>
                    <a:pt x="9524" y="1601"/>
                    <a:pt x="6678" y="1"/>
                    <a:pt x="37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8"/>
            <p:cNvSpPr/>
            <p:nvPr/>
          </p:nvSpPr>
          <p:spPr>
            <a:xfrm>
              <a:off x="3742250" y="1689100"/>
              <a:ext cx="481275" cy="305050"/>
            </a:xfrm>
            <a:custGeom>
              <a:avLst/>
              <a:gdLst/>
              <a:ahLst/>
              <a:cxnLst/>
              <a:rect l="l" t="t" r="r" b="b"/>
              <a:pathLst>
                <a:path w="19251" h="12202" extrusionOk="0">
                  <a:moveTo>
                    <a:pt x="16138" y="0"/>
                  </a:moveTo>
                  <a:cubicBezTo>
                    <a:pt x="15717" y="0"/>
                    <a:pt x="15290" y="98"/>
                    <a:pt x="14890" y="305"/>
                  </a:cubicBezTo>
                  <a:lnTo>
                    <a:pt x="1855" y="7065"/>
                  </a:lnTo>
                  <a:cubicBezTo>
                    <a:pt x="522" y="7756"/>
                    <a:pt x="1" y="9401"/>
                    <a:pt x="691" y="10734"/>
                  </a:cubicBezTo>
                  <a:cubicBezTo>
                    <a:pt x="1175" y="11666"/>
                    <a:pt x="2127" y="12202"/>
                    <a:pt x="3111" y="12202"/>
                  </a:cubicBezTo>
                  <a:cubicBezTo>
                    <a:pt x="3533" y="12202"/>
                    <a:pt x="3960" y="12104"/>
                    <a:pt x="4359" y="11896"/>
                  </a:cubicBezTo>
                  <a:lnTo>
                    <a:pt x="17396" y="5137"/>
                  </a:lnTo>
                  <a:cubicBezTo>
                    <a:pt x="18728" y="4445"/>
                    <a:pt x="19250" y="2800"/>
                    <a:pt x="18559" y="1469"/>
                  </a:cubicBezTo>
                  <a:cubicBezTo>
                    <a:pt x="18075" y="536"/>
                    <a:pt x="17123" y="0"/>
                    <a:pt x="1613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48"/>
            <p:cNvSpPr/>
            <p:nvPr/>
          </p:nvSpPr>
          <p:spPr>
            <a:xfrm>
              <a:off x="3825750" y="1730050"/>
              <a:ext cx="39775" cy="39750"/>
            </a:xfrm>
            <a:custGeom>
              <a:avLst/>
              <a:gdLst/>
              <a:ahLst/>
              <a:cxnLst/>
              <a:rect l="l" t="t" r="r" b="b"/>
              <a:pathLst>
                <a:path w="1591" h="1590" extrusionOk="0">
                  <a:moveTo>
                    <a:pt x="1047" y="0"/>
                  </a:moveTo>
                  <a:lnTo>
                    <a:pt x="0" y="543"/>
                  </a:lnTo>
                  <a:lnTo>
                    <a:pt x="543" y="1589"/>
                  </a:lnTo>
                  <a:lnTo>
                    <a:pt x="1590" y="1047"/>
                  </a:lnTo>
                  <a:lnTo>
                    <a:pt x="1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48"/>
            <p:cNvSpPr/>
            <p:nvPr/>
          </p:nvSpPr>
          <p:spPr>
            <a:xfrm>
              <a:off x="3967075" y="1656750"/>
              <a:ext cx="39775" cy="39775"/>
            </a:xfrm>
            <a:custGeom>
              <a:avLst/>
              <a:gdLst/>
              <a:ahLst/>
              <a:cxnLst/>
              <a:rect l="l" t="t" r="r" b="b"/>
              <a:pathLst>
                <a:path w="1591" h="1591" extrusionOk="0">
                  <a:moveTo>
                    <a:pt x="1047" y="0"/>
                  </a:moveTo>
                  <a:lnTo>
                    <a:pt x="1" y="544"/>
                  </a:lnTo>
                  <a:lnTo>
                    <a:pt x="544" y="1590"/>
                  </a:lnTo>
                  <a:lnTo>
                    <a:pt x="1591" y="1047"/>
                  </a:lnTo>
                  <a:lnTo>
                    <a:pt x="1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48"/>
            <p:cNvSpPr/>
            <p:nvPr/>
          </p:nvSpPr>
          <p:spPr>
            <a:xfrm>
              <a:off x="3872275" y="1646850"/>
              <a:ext cx="39775" cy="39775"/>
            </a:xfrm>
            <a:custGeom>
              <a:avLst/>
              <a:gdLst/>
              <a:ahLst/>
              <a:cxnLst/>
              <a:rect l="l" t="t" r="r" b="b"/>
              <a:pathLst>
                <a:path w="1591" h="1591" extrusionOk="0">
                  <a:moveTo>
                    <a:pt x="1047" y="0"/>
                  </a:moveTo>
                  <a:lnTo>
                    <a:pt x="0" y="543"/>
                  </a:lnTo>
                  <a:lnTo>
                    <a:pt x="544" y="1590"/>
                  </a:lnTo>
                  <a:lnTo>
                    <a:pt x="1590" y="1048"/>
                  </a:lnTo>
                  <a:lnTo>
                    <a:pt x="104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48"/>
            <p:cNvSpPr/>
            <p:nvPr/>
          </p:nvSpPr>
          <p:spPr>
            <a:xfrm>
              <a:off x="3885375" y="1646850"/>
              <a:ext cx="26675" cy="33000"/>
            </a:xfrm>
            <a:custGeom>
              <a:avLst/>
              <a:gdLst/>
              <a:ahLst/>
              <a:cxnLst/>
              <a:rect l="l" t="t" r="r" b="b"/>
              <a:pathLst>
                <a:path w="1067" h="1320" extrusionOk="0">
                  <a:moveTo>
                    <a:pt x="524" y="0"/>
                  </a:moveTo>
                  <a:lnTo>
                    <a:pt x="0" y="272"/>
                  </a:lnTo>
                  <a:lnTo>
                    <a:pt x="544" y="1319"/>
                  </a:lnTo>
                  <a:lnTo>
                    <a:pt x="1066" y="1048"/>
                  </a:lnTo>
                  <a:lnTo>
                    <a:pt x="5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48"/>
            <p:cNvSpPr/>
            <p:nvPr/>
          </p:nvSpPr>
          <p:spPr>
            <a:xfrm>
              <a:off x="3951525" y="1689075"/>
              <a:ext cx="272000" cy="212925"/>
            </a:xfrm>
            <a:custGeom>
              <a:avLst/>
              <a:gdLst/>
              <a:ahLst/>
              <a:cxnLst/>
              <a:rect l="l" t="t" r="r" b="b"/>
              <a:pathLst>
                <a:path w="10880" h="8517" extrusionOk="0">
                  <a:moveTo>
                    <a:pt x="7768" y="1"/>
                  </a:moveTo>
                  <a:cubicBezTo>
                    <a:pt x="7347" y="1"/>
                    <a:pt x="6919" y="99"/>
                    <a:pt x="6519" y="306"/>
                  </a:cubicBezTo>
                  <a:lnTo>
                    <a:pt x="1" y="3686"/>
                  </a:lnTo>
                  <a:lnTo>
                    <a:pt x="2507" y="8517"/>
                  </a:lnTo>
                  <a:lnTo>
                    <a:pt x="9025" y="5137"/>
                  </a:lnTo>
                  <a:cubicBezTo>
                    <a:pt x="10356" y="4446"/>
                    <a:pt x="10879" y="2801"/>
                    <a:pt x="10188" y="1468"/>
                  </a:cubicBezTo>
                  <a:cubicBezTo>
                    <a:pt x="9704" y="536"/>
                    <a:pt x="8753" y="1"/>
                    <a:pt x="776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48"/>
            <p:cNvSpPr/>
            <p:nvPr/>
          </p:nvSpPr>
          <p:spPr>
            <a:xfrm>
              <a:off x="4025950" y="1713575"/>
              <a:ext cx="97625" cy="111100"/>
            </a:xfrm>
            <a:custGeom>
              <a:avLst/>
              <a:gdLst/>
              <a:ahLst/>
              <a:cxnLst/>
              <a:rect l="l" t="t" r="r" b="b"/>
              <a:pathLst>
                <a:path w="3905" h="4444" extrusionOk="0">
                  <a:moveTo>
                    <a:pt x="2234" y="1"/>
                  </a:moveTo>
                  <a:lnTo>
                    <a:pt x="1" y="1159"/>
                  </a:lnTo>
                  <a:lnTo>
                    <a:pt x="1351" y="3764"/>
                  </a:lnTo>
                  <a:cubicBezTo>
                    <a:pt x="1576" y="4196"/>
                    <a:pt x="2015" y="4443"/>
                    <a:pt x="2470" y="4443"/>
                  </a:cubicBezTo>
                  <a:cubicBezTo>
                    <a:pt x="2665" y="4443"/>
                    <a:pt x="2862" y="4398"/>
                    <a:pt x="3047" y="4302"/>
                  </a:cubicBezTo>
                  <a:cubicBezTo>
                    <a:pt x="3664" y="3982"/>
                    <a:pt x="3905" y="3223"/>
                    <a:pt x="3585" y="2606"/>
                  </a:cubicBezTo>
                  <a:lnTo>
                    <a:pt x="223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48"/>
            <p:cNvSpPr/>
            <p:nvPr/>
          </p:nvSpPr>
          <p:spPr>
            <a:xfrm>
              <a:off x="3853950" y="1844425"/>
              <a:ext cx="43800" cy="105375"/>
            </a:xfrm>
            <a:custGeom>
              <a:avLst/>
              <a:gdLst/>
              <a:ahLst/>
              <a:cxnLst/>
              <a:rect l="l" t="t" r="r" b="b"/>
              <a:pathLst>
                <a:path w="1752" h="4215" extrusionOk="0">
                  <a:moveTo>
                    <a:pt x="1751" y="1"/>
                  </a:moveTo>
                  <a:lnTo>
                    <a:pt x="473" y="663"/>
                  </a:lnTo>
                  <a:lnTo>
                    <a:pt x="1" y="4215"/>
                  </a:lnTo>
                  <a:lnTo>
                    <a:pt x="1279" y="3552"/>
                  </a:lnTo>
                  <a:lnTo>
                    <a:pt x="17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8"/>
            <p:cNvSpPr/>
            <p:nvPr/>
          </p:nvSpPr>
          <p:spPr>
            <a:xfrm>
              <a:off x="3961000" y="1788925"/>
              <a:ext cx="43775" cy="105375"/>
            </a:xfrm>
            <a:custGeom>
              <a:avLst/>
              <a:gdLst/>
              <a:ahLst/>
              <a:cxnLst/>
              <a:rect l="l" t="t" r="r" b="b"/>
              <a:pathLst>
                <a:path w="1751" h="4215" extrusionOk="0">
                  <a:moveTo>
                    <a:pt x="1751" y="1"/>
                  </a:moveTo>
                  <a:lnTo>
                    <a:pt x="472" y="663"/>
                  </a:lnTo>
                  <a:lnTo>
                    <a:pt x="0" y="4214"/>
                  </a:lnTo>
                  <a:lnTo>
                    <a:pt x="1277" y="3552"/>
                  </a:lnTo>
                  <a:lnTo>
                    <a:pt x="175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8"/>
            <p:cNvSpPr/>
            <p:nvPr/>
          </p:nvSpPr>
          <p:spPr>
            <a:xfrm>
              <a:off x="3971025" y="1788925"/>
              <a:ext cx="33750" cy="75525"/>
            </a:xfrm>
            <a:custGeom>
              <a:avLst/>
              <a:gdLst/>
              <a:ahLst/>
              <a:cxnLst/>
              <a:rect l="l" t="t" r="r" b="b"/>
              <a:pathLst>
                <a:path w="1350" h="3021" extrusionOk="0">
                  <a:moveTo>
                    <a:pt x="1350" y="1"/>
                  </a:moveTo>
                  <a:lnTo>
                    <a:pt x="71" y="663"/>
                  </a:lnTo>
                  <a:lnTo>
                    <a:pt x="0" y="1196"/>
                  </a:lnTo>
                  <a:lnTo>
                    <a:pt x="947" y="3021"/>
                  </a:lnTo>
                  <a:lnTo>
                    <a:pt x="135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48"/>
            <p:cNvSpPr/>
            <p:nvPr/>
          </p:nvSpPr>
          <p:spPr>
            <a:xfrm>
              <a:off x="4053875" y="1713575"/>
              <a:ext cx="69700" cy="107550"/>
            </a:xfrm>
            <a:custGeom>
              <a:avLst/>
              <a:gdLst/>
              <a:ahLst/>
              <a:cxnLst/>
              <a:rect l="l" t="t" r="r" b="b"/>
              <a:pathLst>
                <a:path w="2788" h="4302" extrusionOk="0">
                  <a:moveTo>
                    <a:pt x="0" y="579"/>
                  </a:moveTo>
                  <a:lnTo>
                    <a:pt x="0" y="580"/>
                  </a:lnTo>
                  <a:lnTo>
                    <a:pt x="1" y="580"/>
                  </a:lnTo>
                  <a:lnTo>
                    <a:pt x="0" y="579"/>
                  </a:lnTo>
                  <a:close/>
                  <a:moveTo>
                    <a:pt x="1117" y="1"/>
                  </a:moveTo>
                  <a:lnTo>
                    <a:pt x="1" y="580"/>
                  </a:lnTo>
                  <a:lnTo>
                    <a:pt x="1930" y="4301"/>
                  </a:lnTo>
                  <a:cubicBezTo>
                    <a:pt x="2547" y="3982"/>
                    <a:pt x="2788" y="3222"/>
                    <a:pt x="2468" y="2605"/>
                  </a:cubicBezTo>
                  <a:lnTo>
                    <a:pt x="111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48"/>
            <p:cNvSpPr/>
            <p:nvPr/>
          </p:nvSpPr>
          <p:spPr>
            <a:xfrm>
              <a:off x="3028200" y="1978900"/>
              <a:ext cx="332225" cy="383625"/>
            </a:xfrm>
            <a:custGeom>
              <a:avLst/>
              <a:gdLst/>
              <a:ahLst/>
              <a:cxnLst/>
              <a:rect l="l" t="t" r="r" b="b"/>
              <a:pathLst>
                <a:path w="13289" h="15345" extrusionOk="0">
                  <a:moveTo>
                    <a:pt x="3165" y="1"/>
                  </a:moveTo>
                  <a:lnTo>
                    <a:pt x="2916" y="391"/>
                  </a:lnTo>
                  <a:cubicBezTo>
                    <a:pt x="0" y="4964"/>
                    <a:pt x="447" y="10911"/>
                    <a:pt x="4016" y="14996"/>
                  </a:cubicBezTo>
                  <a:lnTo>
                    <a:pt x="4320" y="15344"/>
                  </a:lnTo>
                  <a:lnTo>
                    <a:pt x="13289" y="10693"/>
                  </a:lnTo>
                  <a:lnTo>
                    <a:pt x="8715" y="1876"/>
                  </a:lnTo>
                  <a:lnTo>
                    <a:pt x="31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48"/>
            <p:cNvSpPr/>
            <p:nvPr/>
          </p:nvSpPr>
          <p:spPr>
            <a:xfrm>
              <a:off x="3028200" y="1978900"/>
              <a:ext cx="173275" cy="383625"/>
            </a:xfrm>
            <a:custGeom>
              <a:avLst/>
              <a:gdLst/>
              <a:ahLst/>
              <a:cxnLst/>
              <a:rect l="l" t="t" r="r" b="b"/>
              <a:pathLst>
                <a:path w="6931" h="15345" extrusionOk="0">
                  <a:moveTo>
                    <a:pt x="3165" y="1"/>
                  </a:moveTo>
                  <a:lnTo>
                    <a:pt x="2916" y="391"/>
                  </a:lnTo>
                  <a:cubicBezTo>
                    <a:pt x="0" y="4964"/>
                    <a:pt x="447" y="10911"/>
                    <a:pt x="4016" y="14996"/>
                  </a:cubicBezTo>
                  <a:lnTo>
                    <a:pt x="4320" y="15344"/>
                  </a:lnTo>
                  <a:lnTo>
                    <a:pt x="6931" y="13990"/>
                  </a:lnTo>
                  <a:cubicBezTo>
                    <a:pt x="4078" y="10204"/>
                    <a:pt x="3670" y="5103"/>
                    <a:pt x="5870" y="915"/>
                  </a:cubicBezTo>
                  <a:lnTo>
                    <a:pt x="316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48"/>
            <p:cNvSpPr/>
            <p:nvPr/>
          </p:nvSpPr>
          <p:spPr>
            <a:xfrm>
              <a:off x="3189650" y="2158375"/>
              <a:ext cx="97275" cy="92375"/>
            </a:xfrm>
            <a:custGeom>
              <a:avLst/>
              <a:gdLst/>
              <a:ahLst/>
              <a:cxnLst/>
              <a:rect l="l" t="t" r="r" b="b"/>
              <a:pathLst>
                <a:path w="3891" h="3695" extrusionOk="0">
                  <a:moveTo>
                    <a:pt x="1904" y="0"/>
                  </a:moveTo>
                  <a:cubicBezTo>
                    <a:pt x="1618" y="0"/>
                    <a:pt x="1328" y="67"/>
                    <a:pt x="1056" y="207"/>
                  </a:cubicBezTo>
                  <a:cubicBezTo>
                    <a:pt x="392" y="551"/>
                    <a:pt x="1" y="1260"/>
                    <a:pt x="64" y="2006"/>
                  </a:cubicBezTo>
                  <a:cubicBezTo>
                    <a:pt x="130" y="2750"/>
                    <a:pt x="635" y="3383"/>
                    <a:pt x="1347" y="3608"/>
                  </a:cubicBezTo>
                  <a:cubicBezTo>
                    <a:pt x="1531" y="3667"/>
                    <a:pt x="1720" y="3695"/>
                    <a:pt x="1906" y="3695"/>
                  </a:cubicBezTo>
                  <a:cubicBezTo>
                    <a:pt x="2442" y="3695"/>
                    <a:pt x="2962" y="3461"/>
                    <a:pt x="3319" y="3037"/>
                  </a:cubicBezTo>
                  <a:cubicBezTo>
                    <a:pt x="3800" y="2465"/>
                    <a:pt x="3890" y="1660"/>
                    <a:pt x="3546" y="996"/>
                  </a:cubicBezTo>
                  <a:cubicBezTo>
                    <a:pt x="3217" y="363"/>
                    <a:pt x="2572" y="0"/>
                    <a:pt x="190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48"/>
            <p:cNvSpPr/>
            <p:nvPr/>
          </p:nvSpPr>
          <p:spPr>
            <a:xfrm>
              <a:off x="3216000" y="2158350"/>
              <a:ext cx="74050" cy="87225"/>
            </a:xfrm>
            <a:custGeom>
              <a:avLst/>
              <a:gdLst/>
              <a:ahLst/>
              <a:cxnLst/>
              <a:rect l="l" t="t" r="r" b="b"/>
              <a:pathLst>
                <a:path w="2962" h="3489" extrusionOk="0">
                  <a:moveTo>
                    <a:pt x="850" y="0"/>
                  </a:moveTo>
                  <a:cubicBezTo>
                    <a:pt x="564" y="0"/>
                    <a:pt x="273" y="67"/>
                    <a:pt x="1" y="208"/>
                  </a:cubicBezTo>
                  <a:lnTo>
                    <a:pt x="1703" y="3489"/>
                  </a:lnTo>
                  <a:cubicBezTo>
                    <a:pt x="2609" y="3019"/>
                    <a:pt x="2962" y="1903"/>
                    <a:pt x="2492" y="997"/>
                  </a:cubicBezTo>
                  <a:cubicBezTo>
                    <a:pt x="2163" y="363"/>
                    <a:pt x="1518" y="0"/>
                    <a:pt x="85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8"/>
            <p:cNvSpPr/>
            <p:nvPr/>
          </p:nvSpPr>
          <p:spPr>
            <a:xfrm>
              <a:off x="3229075" y="2020050"/>
              <a:ext cx="343625" cy="308425"/>
            </a:xfrm>
            <a:custGeom>
              <a:avLst/>
              <a:gdLst/>
              <a:ahLst/>
              <a:cxnLst/>
              <a:rect l="l" t="t" r="r" b="b"/>
              <a:pathLst>
                <a:path w="13745" h="12337" extrusionOk="0">
                  <a:moveTo>
                    <a:pt x="1" y="0"/>
                  </a:moveTo>
                  <a:lnTo>
                    <a:pt x="4811" y="9276"/>
                  </a:lnTo>
                  <a:lnTo>
                    <a:pt x="6300" y="8504"/>
                  </a:lnTo>
                  <a:lnTo>
                    <a:pt x="7936" y="11658"/>
                  </a:lnTo>
                  <a:cubicBezTo>
                    <a:pt x="8159" y="12089"/>
                    <a:pt x="8598" y="12336"/>
                    <a:pt x="9052" y="12336"/>
                  </a:cubicBezTo>
                  <a:cubicBezTo>
                    <a:pt x="9247" y="12336"/>
                    <a:pt x="9445" y="12291"/>
                    <a:pt x="9631" y="12195"/>
                  </a:cubicBezTo>
                  <a:cubicBezTo>
                    <a:pt x="10247" y="11874"/>
                    <a:pt x="10488" y="11115"/>
                    <a:pt x="10169" y="10499"/>
                  </a:cubicBezTo>
                  <a:lnTo>
                    <a:pt x="8533" y="7346"/>
                  </a:lnTo>
                  <a:lnTo>
                    <a:pt x="13744" y="4644"/>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48"/>
            <p:cNvSpPr/>
            <p:nvPr/>
          </p:nvSpPr>
          <p:spPr>
            <a:xfrm>
              <a:off x="3290100" y="2046300"/>
              <a:ext cx="152175" cy="95600"/>
            </a:xfrm>
            <a:custGeom>
              <a:avLst/>
              <a:gdLst/>
              <a:ahLst/>
              <a:cxnLst/>
              <a:rect l="l" t="t" r="r" b="b"/>
              <a:pathLst>
                <a:path w="6087" h="3824" extrusionOk="0">
                  <a:moveTo>
                    <a:pt x="489" y="1"/>
                  </a:moveTo>
                  <a:lnTo>
                    <a:pt x="489" y="1"/>
                  </a:lnTo>
                  <a:cubicBezTo>
                    <a:pt x="0" y="1546"/>
                    <a:pt x="855" y="3195"/>
                    <a:pt x="2401" y="3686"/>
                  </a:cubicBezTo>
                  <a:cubicBezTo>
                    <a:pt x="2696" y="3779"/>
                    <a:pt x="2994" y="3823"/>
                    <a:pt x="3288" y="3823"/>
                  </a:cubicBezTo>
                  <a:cubicBezTo>
                    <a:pt x="4533" y="3823"/>
                    <a:pt x="5689" y="3025"/>
                    <a:pt x="6086" y="1775"/>
                  </a:cubicBez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48"/>
            <p:cNvSpPr/>
            <p:nvPr/>
          </p:nvSpPr>
          <p:spPr>
            <a:xfrm>
              <a:off x="3501175" y="2738200"/>
              <a:ext cx="350525" cy="311550"/>
            </a:xfrm>
            <a:custGeom>
              <a:avLst/>
              <a:gdLst/>
              <a:ahLst/>
              <a:cxnLst/>
              <a:rect l="l" t="t" r="r" b="b"/>
              <a:pathLst>
                <a:path w="14021" h="12462" extrusionOk="0">
                  <a:moveTo>
                    <a:pt x="7364" y="0"/>
                  </a:moveTo>
                  <a:cubicBezTo>
                    <a:pt x="6364" y="0"/>
                    <a:pt x="5349" y="233"/>
                    <a:pt x="4401" y="724"/>
                  </a:cubicBezTo>
                  <a:cubicBezTo>
                    <a:pt x="1239" y="2364"/>
                    <a:pt x="1" y="6271"/>
                    <a:pt x="1640" y="9433"/>
                  </a:cubicBezTo>
                  <a:cubicBezTo>
                    <a:pt x="2356" y="10815"/>
                    <a:pt x="3547" y="11890"/>
                    <a:pt x="4995" y="12461"/>
                  </a:cubicBezTo>
                  <a:lnTo>
                    <a:pt x="13653" y="7972"/>
                  </a:lnTo>
                  <a:cubicBezTo>
                    <a:pt x="14020" y="6460"/>
                    <a:pt x="13828" y="4866"/>
                    <a:pt x="13111" y="3485"/>
                  </a:cubicBezTo>
                  <a:cubicBezTo>
                    <a:pt x="11962" y="1271"/>
                    <a:pt x="9702" y="0"/>
                    <a:pt x="73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48"/>
            <p:cNvSpPr/>
            <p:nvPr/>
          </p:nvSpPr>
          <p:spPr>
            <a:xfrm>
              <a:off x="3611200" y="2738200"/>
              <a:ext cx="240500" cy="255400"/>
            </a:xfrm>
            <a:custGeom>
              <a:avLst/>
              <a:gdLst/>
              <a:ahLst/>
              <a:cxnLst/>
              <a:rect l="l" t="t" r="r" b="b"/>
              <a:pathLst>
                <a:path w="9620" h="10216" extrusionOk="0">
                  <a:moveTo>
                    <a:pt x="2963" y="0"/>
                  </a:moveTo>
                  <a:cubicBezTo>
                    <a:pt x="1963" y="0"/>
                    <a:pt x="948" y="233"/>
                    <a:pt x="0" y="724"/>
                  </a:cubicBezTo>
                  <a:lnTo>
                    <a:pt x="4924" y="10216"/>
                  </a:lnTo>
                  <a:lnTo>
                    <a:pt x="9252" y="7972"/>
                  </a:lnTo>
                  <a:cubicBezTo>
                    <a:pt x="9619" y="6460"/>
                    <a:pt x="9427" y="4866"/>
                    <a:pt x="8710" y="3485"/>
                  </a:cubicBezTo>
                  <a:cubicBezTo>
                    <a:pt x="7561" y="1271"/>
                    <a:pt x="5301" y="0"/>
                    <a:pt x="296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8"/>
            <p:cNvSpPr/>
            <p:nvPr/>
          </p:nvSpPr>
          <p:spPr>
            <a:xfrm>
              <a:off x="3568175" y="2796875"/>
              <a:ext cx="222800" cy="196925"/>
            </a:xfrm>
            <a:custGeom>
              <a:avLst/>
              <a:gdLst/>
              <a:ahLst/>
              <a:cxnLst/>
              <a:rect l="l" t="t" r="r" b="b"/>
              <a:pathLst>
                <a:path w="8912" h="7877" extrusionOk="0">
                  <a:moveTo>
                    <a:pt x="4688" y="1"/>
                  </a:moveTo>
                  <a:cubicBezTo>
                    <a:pt x="4051" y="1"/>
                    <a:pt x="3405" y="149"/>
                    <a:pt x="2802" y="461"/>
                  </a:cubicBezTo>
                  <a:cubicBezTo>
                    <a:pt x="789" y="1506"/>
                    <a:pt x="1" y="3992"/>
                    <a:pt x="1044" y="6005"/>
                  </a:cubicBezTo>
                  <a:cubicBezTo>
                    <a:pt x="1477" y="6840"/>
                    <a:pt x="2183" y="7500"/>
                    <a:pt x="3044" y="7876"/>
                  </a:cubicBezTo>
                  <a:lnTo>
                    <a:pt x="8723" y="4932"/>
                  </a:lnTo>
                  <a:cubicBezTo>
                    <a:pt x="8912" y="4010"/>
                    <a:pt x="8778" y="3053"/>
                    <a:pt x="8346" y="2219"/>
                  </a:cubicBezTo>
                  <a:cubicBezTo>
                    <a:pt x="7614" y="809"/>
                    <a:pt x="6176" y="1"/>
                    <a:pt x="46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8"/>
            <p:cNvSpPr/>
            <p:nvPr/>
          </p:nvSpPr>
          <p:spPr>
            <a:xfrm>
              <a:off x="3638200" y="2796875"/>
              <a:ext cx="152775" cy="160100"/>
            </a:xfrm>
            <a:custGeom>
              <a:avLst/>
              <a:gdLst/>
              <a:ahLst/>
              <a:cxnLst/>
              <a:rect l="l" t="t" r="r" b="b"/>
              <a:pathLst>
                <a:path w="6111" h="6404" extrusionOk="0">
                  <a:moveTo>
                    <a:pt x="1887" y="1"/>
                  </a:moveTo>
                  <a:cubicBezTo>
                    <a:pt x="1250" y="1"/>
                    <a:pt x="604" y="149"/>
                    <a:pt x="1" y="461"/>
                  </a:cubicBezTo>
                  <a:lnTo>
                    <a:pt x="3082" y="6404"/>
                  </a:lnTo>
                  <a:lnTo>
                    <a:pt x="5922" y="4932"/>
                  </a:lnTo>
                  <a:cubicBezTo>
                    <a:pt x="6111" y="4010"/>
                    <a:pt x="5977" y="3053"/>
                    <a:pt x="5545" y="2219"/>
                  </a:cubicBezTo>
                  <a:cubicBezTo>
                    <a:pt x="4813" y="809"/>
                    <a:pt x="3375" y="1"/>
                    <a:pt x="18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8"/>
            <p:cNvSpPr/>
            <p:nvPr/>
          </p:nvSpPr>
          <p:spPr>
            <a:xfrm>
              <a:off x="3701400" y="2629925"/>
              <a:ext cx="132350" cy="218350"/>
            </a:xfrm>
            <a:custGeom>
              <a:avLst/>
              <a:gdLst/>
              <a:ahLst/>
              <a:cxnLst/>
              <a:rect l="l" t="t" r="r" b="b"/>
              <a:pathLst>
                <a:path w="5294" h="8734" extrusionOk="0">
                  <a:moveTo>
                    <a:pt x="1047" y="1"/>
                  </a:moveTo>
                  <a:lnTo>
                    <a:pt x="0" y="543"/>
                  </a:lnTo>
                  <a:lnTo>
                    <a:pt x="4247" y="8733"/>
                  </a:lnTo>
                  <a:lnTo>
                    <a:pt x="5293" y="8190"/>
                  </a:lnTo>
                  <a:lnTo>
                    <a:pt x="104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48"/>
            <p:cNvSpPr/>
            <p:nvPr/>
          </p:nvSpPr>
          <p:spPr>
            <a:xfrm>
              <a:off x="3413050" y="2615250"/>
              <a:ext cx="339325" cy="195125"/>
            </a:xfrm>
            <a:custGeom>
              <a:avLst/>
              <a:gdLst/>
              <a:ahLst/>
              <a:cxnLst/>
              <a:rect l="l" t="t" r="r" b="b"/>
              <a:pathLst>
                <a:path w="13573" h="7805" extrusionOk="0">
                  <a:moveTo>
                    <a:pt x="13029" y="1"/>
                  </a:moveTo>
                  <a:lnTo>
                    <a:pt x="1" y="6757"/>
                  </a:lnTo>
                  <a:lnTo>
                    <a:pt x="544" y="7805"/>
                  </a:lnTo>
                  <a:lnTo>
                    <a:pt x="13572" y="1048"/>
                  </a:lnTo>
                  <a:lnTo>
                    <a:pt x="1302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48"/>
            <p:cNvSpPr/>
            <p:nvPr/>
          </p:nvSpPr>
          <p:spPr>
            <a:xfrm>
              <a:off x="3388350" y="2612150"/>
              <a:ext cx="364075" cy="111825"/>
            </a:xfrm>
            <a:custGeom>
              <a:avLst/>
              <a:gdLst/>
              <a:ahLst/>
              <a:cxnLst/>
              <a:rect l="l" t="t" r="r" b="b"/>
              <a:pathLst>
                <a:path w="14563" h="4473" extrusionOk="0">
                  <a:moveTo>
                    <a:pt x="14295" y="1"/>
                  </a:moveTo>
                  <a:lnTo>
                    <a:pt x="1" y="3325"/>
                  </a:lnTo>
                  <a:lnTo>
                    <a:pt x="133" y="3898"/>
                  </a:lnTo>
                  <a:lnTo>
                    <a:pt x="267" y="4473"/>
                  </a:lnTo>
                  <a:lnTo>
                    <a:pt x="14563" y="1149"/>
                  </a:lnTo>
                  <a:lnTo>
                    <a:pt x="14429" y="575"/>
                  </a:lnTo>
                  <a:lnTo>
                    <a:pt x="142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48"/>
            <p:cNvSpPr/>
            <p:nvPr/>
          </p:nvSpPr>
          <p:spPr>
            <a:xfrm>
              <a:off x="3499100" y="2807875"/>
              <a:ext cx="419525" cy="281075"/>
            </a:xfrm>
            <a:custGeom>
              <a:avLst/>
              <a:gdLst/>
              <a:ahLst/>
              <a:cxnLst/>
              <a:rect l="l" t="t" r="r" b="b"/>
              <a:pathLst>
                <a:path w="16781" h="11243" extrusionOk="0">
                  <a:moveTo>
                    <a:pt x="15192" y="1"/>
                  </a:moveTo>
                  <a:lnTo>
                    <a:pt x="0" y="7878"/>
                  </a:lnTo>
                  <a:lnTo>
                    <a:pt x="55" y="7983"/>
                  </a:lnTo>
                  <a:cubicBezTo>
                    <a:pt x="1128" y="10054"/>
                    <a:pt x="3242" y="11242"/>
                    <a:pt x="5427" y="11242"/>
                  </a:cubicBezTo>
                  <a:cubicBezTo>
                    <a:pt x="6363" y="11242"/>
                    <a:pt x="7312" y="11024"/>
                    <a:pt x="8198" y="10565"/>
                  </a:cubicBezTo>
                  <a:lnTo>
                    <a:pt x="12665" y="8249"/>
                  </a:lnTo>
                  <a:cubicBezTo>
                    <a:pt x="15622" y="6716"/>
                    <a:pt x="16780" y="3063"/>
                    <a:pt x="15247" y="106"/>
                  </a:cubicBezTo>
                  <a:lnTo>
                    <a:pt x="151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48"/>
            <p:cNvSpPr/>
            <p:nvPr/>
          </p:nvSpPr>
          <p:spPr>
            <a:xfrm>
              <a:off x="3689025" y="2807875"/>
              <a:ext cx="229600" cy="235175"/>
            </a:xfrm>
            <a:custGeom>
              <a:avLst/>
              <a:gdLst/>
              <a:ahLst/>
              <a:cxnLst/>
              <a:rect l="l" t="t" r="r" b="b"/>
              <a:pathLst>
                <a:path w="9184" h="9407" extrusionOk="0">
                  <a:moveTo>
                    <a:pt x="0" y="3939"/>
                  </a:moveTo>
                  <a:lnTo>
                    <a:pt x="0" y="3940"/>
                  </a:lnTo>
                  <a:lnTo>
                    <a:pt x="1" y="3940"/>
                  </a:lnTo>
                  <a:lnTo>
                    <a:pt x="1" y="3940"/>
                  </a:lnTo>
                  <a:lnTo>
                    <a:pt x="0" y="3939"/>
                  </a:lnTo>
                  <a:close/>
                  <a:moveTo>
                    <a:pt x="7595" y="1"/>
                  </a:moveTo>
                  <a:lnTo>
                    <a:pt x="1" y="3940"/>
                  </a:lnTo>
                  <a:lnTo>
                    <a:pt x="1" y="3940"/>
                  </a:lnTo>
                  <a:lnTo>
                    <a:pt x="2835" y="9407"/>
                  </a:lnTo>
                  <a:lnTo>
                    <a:pt x="5068" y="8249"/>
                  </a:lnTo>
                  <a:cubicBezTo>
                    <a:pt x="8025" y="6716"/>
                    <a:pt x="9183" y="3063"/>
                    <a:pt x="7650" y="106"/>
                  </a:cubicBezTo>
                  <a:lnTo>
                    <a:pt x="759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48"/>
            <p:cNvSpPr/>
            <p:nvPr/>
          </p:nvSpPr>
          <p:spPr>
            <a:xfrm>
              <a:off x="3460225" y="2780100"/>
              <a:ext cx="460275" cy="257850"/>
            </a:xfrm>
            <a:custGeom>
              <a:avLst/>
              <a:gdLst/>
              <a:ahLst/>
              <a:cxnLst/>
              <a:rect l="l" t="t" r="r" b="b"/>
              <a:pathLst>
                <a:path w="18411" h="10314" extrusionOk="0">
                  <a:moveTo>
                    <a:pt x="17868" y="0"/>
                  </a:moveTo>
                  <a:lnTo>
                    <a:pt x="0" y="9265"/>
                  </a:lnTo>
                  <a:lnTo>
                    <a:pt x="544" y="10313"/>
                  </a:lnTo>
                  <a:lnTo>
                    <a:pt x="18411" y="1047"/>
                  </a:lnTo>
                  <a:lnTo>
                    <a:pt x="178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48"/>
            <p:cNvSpPr/>
            <p:nvPr/>
          </p:nvSpPr>
          <p:spPr>
            <a:xfrm>
              <a:off x="3683550" y="2780100"/>
              <a:ext cx="236950" cy="142000"/>
            </a:xfrm>
            <a:custGeom>
              <a:avLst/>
              <a:gdLst/>
              <a:ahLst/>
              <a:cxnLst/>
              <a:rect l="l" t="t" r="r" b="b"/>
              <a:pathLst>
                <a:path w="9478" h="5680" extrusionOk="0">
                  <a:moveTo>
                    <a:pt x="8935" y="0"/>
                  </a:moveTo>
                  <a:lnTo>
                    <a:pt x="1" y="4633"/>
                  </a:lnTo>
                  <a:lnTo>
                    <a:pt x="544" y="5680"/>
                  </a:lnTo>
                  <a:lnTo>
                    <a:pt x="9478" y="1047"/>
                  </a:lnTo>
                  <a:lnTo>
                    <a:pt x="893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48"/>
            <p:cNvSpPr/>
            <p:nvPr/>
          </p:nvSpPr>
          <p:spPr>
            <a:xfrm>
              <a:off x="3551025" y="3240350"/>
              <a:ext cx="307700" cy="307725"/>
            </a:xfrm>
            <a:custGeom>
              <a:avLst/>
              <a:gdLst/>
              <a:ahLst/>
              <a:cxnLst/>
              <a:rect l="l" t="t" r="r" b="b"/>
              <a:pathLst>
                <a:path w="12308" h="12309" extrusionOk="0">
                  <a:moveTo>
                    <a:pt x="6154" y="1"/>
                  </a:moveTo>
                  <a:cubicBezTo>
                    <a:pt x="4521" y="1"/>
                    <a:pt x="2957" y="649"/>
                    <a:pt x="1802" y="1803"/>
                  </a:cubicBezTo>
                  <a:cubicBezTo>
                    <a:pt x="648" y="2957"/>
                    <a:pt x="0" y="4523"/>
                    <a:pt x="0" y="6154"/>
                  </a:cubicBezTo>
                  <a:cubicBezTo>
                    <a:pt x="0" y="7787"/>
                    <a:pt x="648" y="9353"/>
                    <a:pt x="1802" y="10505"/>
                  </a:cubicBezTo>
                  <a:cubicBezTo>
                    <a:pt x="2957" y="11659"/>
                    <a:pt x="4521" y="12309"/>
                    <a:pt x="6154" y="12309"/>
                  </a:cubicBezTo>
                  <a:cubicBezTo>
                    <a:pt x="7786" y="12309"/>
                    <a:pt x="9351" y="11659"/>
                    <a:pt x="10505" y="10505"/>
                  </a:cubicBezTo>
                  <a:cubicBezTo>
                    <a:pt x="11659" y="9353"/>
                    <a:pt x="12307" y="7787"/>
                    <a:pt x="12307" y="6154"/>
                  </a:cubicBezTo>
                  <a:cubicBezTo>
                    <a:pt x="12307" y="4523"/>
                    <a:pt x="11659" y="2957"/>
                    <a:pt x="10505" y="1803"/>
                  </a:cubicBezTo>
                  <a:cubicBezTo>
                    <a:pt x="9351" y="649"/>
                    <a:pt x="7786" y="1"/>
                    <a:pt x="615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8"/>
            <p:cNvSpPr/>
            <p:nvPr/>
          </p:nvSpPr>
          <p:spPr>
            <a:xfrm>
              <a:off x="3877800" y="3059100"/>
              <a:ext cx="351400" cy="307800"/>
            </a:xfrm>
            <a:custGeom>
              <a:avLst/>
              <a:gdLst/>
              <a:ahLst/>
              <a:cxnLst/>
              <a:rect l="l" t="t" r="r" b="b"/>
              <a:pathLst>
                <a:path w="14056" h="12312" extrusionOk="0">
                  <a:moveTo>
                    <a:pt x="7023" y="1"/>
                  </a:moveTo>
                  <a:cubicBezTo>
                    <a:pt x="6067" y="1"/>
                    <a:pt x="5097" y="225"/>
                    <a:pt x="4190" y="696"/>
                  </a:cubicBezTo>
                  <a:cubicBezTo>
                    <a:pt x="1174" y="2264"/>
                    <a:pt x="1" y="5979"/>
                    <a:pt x="1568" y="8994"/>
                  </a:cubicBezTo>
                  <a:cubicBezTo>
                    <a:pt x="2664" y="11103"/>
                    <a:pt x="4811" y="12311"/>
                    <a:pt x="7034" y="12311"/>
                  </a:cubicBezTo>
                  <a:cubicBezTo>
                    <a:pt x="7990" y="12311"/>
                    <a:pt x="8959" y="12088"/>
                    <a:pt x="9866" y="11616"/>
                  </a:cubicBezTo>
                  <a:cubicBezTo>
                    <a:pt x="12882" y="10049"/>
                    <a:pt x="14056" y="6333"/>
                    <a:pt x="12488" y="3318"/>
                  </a:cubicBezTo>
                  <a:cubicBezTo>
                    <a:pt x="11393" y="1209"/>
                    <a:pt x="9246" y="1"/>
                    <a:pt x="70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8"/>
            <p:cNvSpPr/>
            <p:nvPr/>
          </p:nvSpPr>
          <p:spPr>
            <a:xfrm>
              <a:off x="4248275" y="2877900"/>
              <a:ext cx="307725" cy="307725"/>
            </a:xfrm>
            <a:custGeom>
              <a:avLst/>
              <a:gdLst/>
              <a:ahLst/>
              <a:cxnLst/>
              <a:rect l="l" t="t" r="r" b="b"/>
              <a:pathLst>
                <a:path w="12309" h="12309" extrusionOk="0">
                  <a:moveTo>
                    <a:pt x="6155" y="1"/>
                  </a:moveTo>
                  <a:cubicBezTo>
                    <a:pt x="4523" y="1"/>
                    <a:pt x="2957" y="650"/>
                    <a:pt x="1803" y="1804"/>
                  </a:cubicBezTo>
                  <a:cubicBezTo>
                    <a:pt x="649" y="2958"/>
                    <a:pt x="0" y="4523"/>
                    <a:pt x="0" y="6155"/>
                  </a:cubicBezTo>
                  <a:cubicBezTo>
                    <a:pt x="0" y="7786"/>
                    <a:pt x="649" y="9353"/>
                    <a:pt x="1803" y="10507"/>
                  </a:cubicBezTo>
                  <a:cubicBezTo>
                    <a:pt x="2957" y="11661"/>
                    <a:pt x="4523" y="12309"/>
                    <a:pt x="6155" y="12309"/>
                  </a:cubicBezTo>
                  <a:cubicBezTo>
                    <a:pt x="7786" y="12309"/>
                    <a:pt x="9352" y="11661"/>
                    <a:pt x="10506" y="10507"/>
                  </a:cubicBezTo>
                  <a:cubicBezTo>
                    <a:pt x="11660" y="9353"/>
                    <a:pt x="12308" y="7786"/>
                    <a:pt x="12308" y="6155"/>
                  </a:cubicBezTo>
                  <a:cubicBezTo>
                    <a:pt x="12308" y="4523"/>
                    <a:pt x="11660" y="2958"/>
                    <a:pt x="10506" y="1804"/>
                  </a:cubicBezTo>
                  <a:cubicBezTo>
                    <a:pt x="9352" y="650"/>
                    <a:pt x="7786" y="1"/>
                    <a:pt x="61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8"/>
            <p:cNvSpPr/>
            <p:nvPr/>
          </p:nvSpPr>
          <p:spPr>
            <a:xfrm>
              <a:off x="4575075" y="2696675"/>
              <a:ext cx="351425" cy="307775"/>
            </a:xfrm>
            <a:custGeom>
              <a:avLst/>
              <a:gdLst/>
              <a:ahLst/>
              <a:cxnLst/>
              <a:rect l="l" t="t" r="r" b="b"/>
              <a:pathLst>
                <a:path w="14057" h="12311" extrusionOk="0">
                  <a:moveTo>
                    <a:pt x="7023" y="0"/>
                  </a:moveTo>
                  <a:cubicBezTo>
                    <a:pt x="6067" y="0"/>
                    <a:pt x="5097" y="224"/>
                    <a:pt x="4190" y="695"/>
                  </a:cubicBezTo>
                  <a:cubicBezTo>
                    <a:pt x="1175" y="2262"/>
                    <a:pt x="0" y="5978"/>
                    <a:pt x="1567" y="8993"/>
                  </a:cubicBezTo>
                  <a:cubicBezTo>
                    <a:pt x="2663" y="11102"/>
                    <a:pt x="4810" y="12310"/>
                    <a:pt x="7033" y="12310"/>
                  </a:cubicBezTo>
                  <a:cubicBezTo>
                    <a:pt x="7989" y="12310"/>
                    <a:pt x="8959" y="12087"/>
                    <a:pt x="9866" y="11615"/>
                  </a:cubicBezTo>
                  <a:cubicBezTo>
                    <a:pt x="12882" y="10048"/>
                    <a:pt x="14056" y="6332"/>
                    <a:pt x="12488" y="3317"/>
                  </a:cubicBezTo>
                  <a:cubicBezTo>
                    <a:pt x="11392" y="1208"/>
                    <a:pt x="9246" y="0"/>
                    <a:pt x="70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8"/>
            <p:cNvSpPr/>
            <p:nvPr/>
          </p:nvSpPr>
          <p:spPr>
            <a:xfrm>
              <a:off x="3728825" y="1553175"/>
              <a:ext cx="2939575" cy="3923400"/>
            </a:xfrm>
            <a:custGeom>
              <a:avLst/>
              <a:gdLst/>
              <a:ahLst/>
              <a:cxnLst/>
              <a:rect l="l" t="t" r="r" b="b"/>
              <a:pathLst>
                <a:path w="117583" h="156936" extrusionOk="0">
                  <a:moveTo>
                    <a:pt x="29283" y="1"/>
                  </a:moveTo>
                  <a:lnTo>
                    <a:pt x="49955" y="39769"/>
                  </a:lnTo>
                  <a:lnTo>
                    <a:pt x="50300" y="45191"/>
                  </a:lnTo>
                  <a:cubicBezTo>
                    <a:pt x="50548" y="49116"/>
                    <a:pt x="49623" y="53026"/>
                    <a:pt x="47639" y="56422"/>
                  </a:cubicBezTo>
                  <a:cubicBezTo>
                    <a:pt x="45896" y="59406"/>
                    <a:pt x="42737" y="61123"/>
                    <a:pt x="39451" y="61123"/>
                  </a:cubicBezTo>
                  <a:cubicBezTo>
                    <a:pt x="38294" y="61123"/>
                    <a:pt x="37121" y="60910"/>
                    <a:pt x="35988" y="60465"/>
                  </a:cubicBezTo>
                  <a:lnTo>
                    <a:pt x="33530" y="59500"/>
                  </a:lnTo>
                  <a:cubicBezTo>
                    <a:pt x="30457" y="58293"/>
                    <a:pt x="27888" y="56074"/>
                    <a:pt x="26248" y="53209"/>
                  </a:cubicBezTo>
                  <a:lnTo>
                    <a:pt x="26108" y="52963"/>
                  </a:lnTo>
                  <a:cubicBezTo>
                    <a:pt x="24768" y="50625"/>
                    <a:pt x="22803" y="48705"/>
                    <a:pt x="20434" y="47421"/>
                  </a:cubicBezTo>
                  <a:cubicBezTo>
                    <a:pt x="17335" y="45742"/>
                    <a:pt x="13921" y="44904"/>
                    <a:pt x="10509" y="44904"/>
                  </a:cubicBezTo>
                  <a:cubicBezTo>
                    <a:pt x="6875" y="44904"/>
                    <a:pt x="3243" y="45855"/>
                    <a:pt x="1" y="47750"/>
                  </a:cubicBezTo>
                  <a:lnTo>
                    <a:pt x="27487" y="71780"/>
                  </a:lnTo>
                  <a:lnTo>
                    <a:pt x="39212" y="89578"/>
                  </a:lnTo>
                  <a:cubicBezTo>
                    <a:pt x="42619" y="94749"/>
                    <a:pt x="47346" y="98916"/>
                    <a:pt x="52905" y="101646"/>
                  </a:cubicBezTo>
                  <a:lnTo>
                    <a:pt x="69094" y="109597"/>
                  </a:lnTo>
                  <a:lnTo>
                    <a:pt x="81269" y="156936"/>
                  </a:lnTo>
                  <a:lnTo>
                    <a:pt x="117582" y="138060"/>
                  </a:lnTo>
                  <a:lnTo>
                    <a:pt x="96516" y="83303"/>
                  </a:lnTo>
                  <a:lnTo>
                    <a:pt x="63838" y="42200"/>
                  </a:lnTo>
                  <a:lnTo>
                    <a:pt x="41607" y="4943"/>
                  </a:lnTo>
                  <a:lnTo>
                    <a:pt x="2928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8"/>
            <p:cNvSpPr/>
            <p:nvPr/>
          </p:nvSpPr>
          <p:spPr>
            <a:xfrm>
              <a:off x="2262950" y="3080400"/>
              <a:ext cx="577900" cy="577900"/>
            </a:xfrm>
            <a:custGeom>
              <a:avLst/>
              <a:gdLst/>
              <a:ahLst/>
              <a:cxnLst/>
              <a:rect l="l" t="t" r="r" b="b"/>
              <a:pathLst>
                <a:path w="23116" h="23116" extrusionOk="0">
                  <a:moveTo>
                    <a:pt x="2656" y="1"/>
                  </a:moveTo>
                  <a:cubicBezTo>
                    <a:pt x="1184" y="1"/>
                    <a:pt x="0" y="1185"/>
                    <a:pt x="0" y="2657"/>
                  </a:cubicBezTo>
                  <a:lnTo>
                    <a:pt x="0" y="20460"/>
                  </a:lnTo>
                  <a:cubicBezTo>
                    <a:pt x="0" y="21930"/>
                    <a:pt x="1184" y="23116"/>
                    <a:pt x="2656" y="23116"/>
                  </a:cubicBezTo>
                  <a:lnTo>
                    <a:pt x="20459" y="23116"/>
                  </a:lnTo>
                  <a:cubicBezTo>
                    <a:pt x="21930" y="23116"/>
                    <a:pt x="23115" y="21930"/>
                    <a:pt x="23115" y="20460"/>
                  </a:cubicBezTo>
                  <a:lnTo>
                    <a:pt x="23115" y="2657"/>
                  </a:lnTo>
                  <a:cubicBezTo>
                    <a:pt x="23115" y="1185"/>
                    <a:pt x="21930" y="1"/>
                    <a:pt x="204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8"/>
            <p:cNvSpPr/>
            <p:nvPr/>
          </p:nvSpPr>
          <p:spPr>
            <a:xfrm>
              <a:off x="2383650" y="3201125"/>
              <a:ext cx="336475" cy="336475"/>
            </a:xfrm>
            <a:custGeom>
              <a:avLst/>
              <a:gdLst/>
              <a:ahLst/>
              <a:cxnLst/>
              <a:rect l="l" t="t" r="r" b="b"/>
              <a:pathLst>
                <a:path w="13459" h="13459" extrusionOk="0">
                  <a:moveTo>
                    <a:pt x="6730" y="0"/>
                  </a:moveTo>
                  <a:cubicBezTo>
                    <a:pt x="4944" y="0"/>
                    <a:pt x="3232" y="708"/>
                    <a:pt x="1971" y="1971"/>
                  </a:cubicBezTo>
                  <a:cubicBezTo>
                    <a:pt x="709" y="3232"/>
                    <a:pt x="0" y="4944"/>
                    <a:pt x="0" y="6729"/>
                  </a:cubicBezTo>
                  <a:cubicBezTo>
                    <a:pt x="0" y="8513"/>
                    <a:pt x="709" y="10225"/>
                    <a:pt x="1971" y="11488"/>
                  </a:cubicBezTo>
                  <a:cubicBezTo>
                    <a:pt x="3232" y="12749"/>
                    <a:pt x="4944" y="13459"/>
                    <a:pt x="6730" y="13459"/>
                  </a:cubicBezTo>
                  <a:cubicBezTo>
                    <a:pt x="8514" y="13459"/>
                    <a:pt x="10226" y="12749"/>
                    <a:pt x="11488" y="11488"/>
                  </a:cubicBezTo>
                  <a:cubicBezTo>
                    <a:pt x="12749" y="10225"/>
                    <a:pt x="13459" y="8513"/>
                    <a:pt x="13459" y="6729"/>
                  </a:cubicBezTo>
                  <a:cubicBezTo>
                    <a:pt x="13459" y="4944"/>
                    <a:pt x="12749" y="3232"/>
                    <a:pt x="11488" y="1971"/>
                  </a:cubicBezTo>
                  <a:cubicBezTo>
                    <a:pt x="10226" y="708"/>
                    <a:pt x="8514" y="0"/>
                    <a:pt x="67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8"/>
            <p:cNvSpPr/>
            <p:nvPr/>
          </p:nvSpPr>
          <p:spPr>
            <a:xfrm>
              <a:off x="5147150" y="1406650"/>
              <a:ext cx="577900" cy="577900"/>
            </a:xfrm>
            <a:custGeom>
              <a:avLst/>
              <a:gdLst/>
              <a:ahLst/>
              <a:cxnLst/>
              <a:rect l="l" t="t" r="r" b="b"/>
              <a:pathLst>
                <a:path w="23116" h="23116" extrusionOk="0">
                  <a:moveTo>
                    <a:pt x="2657" y="1"/>
                  </a:moveTo>
                  <a:cubicBezTo>
                    <a:pt x="1185" y="1"/>
                    <a:pt x="1" y="1185"/>
                    <a:pt x="1" y="2657"/>
                  </a:cubicBezTo>
                  <a:lnTo>
                    <a:pt x="1" y="20460"/>
                  </a:lnTo>
                  <a:cubicBezTo>
                    <a:pt x="1" y="21930"/>
                    <a:pt x="1185" y="23116"/>
                    <a:pt x="2657" y="23116"/>
                  </a:cubicBezTo>
                  <a:lnTo>
                    <a:pt x="20459" y="23116"/>
                  </a:lnTo>
                  <a:cubicBezTo>
                    <a:pt x="21930" y="23116"/>
                    <a:pt x="23116" y="21930"/>
                    <a:pt x="23116" y="20460"/>
                  </a:cubicBezTo>
                  <a:lnTo>
                    <a:pt x="23116" y="2657"/>
                  </a:lnTo>
                  <a:cubicBezTo>
                    <a:pt x="23116" y="1185"/>
                    <a:pt x="21930" y="1"/>
                    <a:pt x="2045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8"/>
            <p:cNvSpPr/>
            <p:nvPr/>
          </p:nvSpPr>
          <p:spPr>
            <a:xfrm>
              <a:off x="5267875" y="1527375"/>
              <a:ext cx="336475" cy="336475"/>
            </a:xfrm>
            <a:custGeom>
              <a:avLst/>
              <a:gdLst/>
              <a:ahLst/>
              <a:cxnLst/>
              <a:rect l="l" t="t" r="r" b="b"/>
              <a:pathLst>
                <a:path w="13459" h="13459" extrusionOk="0">
                  <a:moveTo>
                    <a:pt x="6729" y="0"/>
                  </a:moveTo>
                  <a:cubicBezTo>
                    <a:pt x="4944" y="0"/>
                    <a:pt x="3232" y="708"/>
                    <a:pt x="1971" y="1971"/>
                  </a:cubicBezTo>
                  <a:cubicBezTo>
                    <a:pt x="708" y="3232"/>
                    <a:pt x="0" y="4944"/>
                    <a:pt x="0" y="6729"/>
                  </a:cubicBezTo>
                  <a:cubicBezTo>
                    <a:pt x="0" y="8513"/>
                    <a:pt x="708" y="10225"/>
                    <a:pt x="1971" y="11487"/>
                  </a:cubicBezTo>
                  <a:cubicBezTo>
                    <a:pt x="3232" y="12749"/>
                    <a:pt x="4944" y="13459"/>
                    <a:pt x="6729" y="13459"/>
                  </a:cubicBezTo>
                  <a:cubicBezTo>
                    <a:pt x="8513" y="13459"/>
                    <a:pt x="10225" y="12749"/>
                    <a:pt x="11488" y="11487"/>
                  </a:cubicBezTo>
                  <a:cubicBezTo>
                    <a:pt x="12749" y="10225"/>
                    <a:pt x="13458" y="8513"/>
                    <a:pt x="13458" y="6729"/>
                  </a:cubicBezTo>
                  <a:cubicBezTo>
                    <a:pt x="13458" y="4944"/>
                    <a:pt x="12749" y="3232"/>
                    <a:pt x="11488" y="1971"/>
                  </a:cubicBezTo>
                  <a:cubicBezTo>
                    <a:pt x="10225" y="708"/>
                    <a:pt x="8513" y="0"/>
                    <a:pt x="672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8"/>
            <p:cNvSpPr/>
            <p:nvPr/>
          </p:nvSpPr>
          <p:spPr>
            <a:xfrm>
              <a:off x="4206600" y="642725"/>
              <a:ext cx="780600" cy="286200"/>
            </a:xfrm>
            <a:custGeom>
              <a:avLst/>
              <a:gdLst/>
              <a:ahLst/>
              <a:cxnLst/>
              <a:rect l="l" t="t" r="r" b="b"/>
              <a:pathLst>
                <a:path w="31224" h="11448" extrusionOk="0">
                  <a:moveTo>
                    <a:pt x="0" y="1"/>
                  </a:moveTo>
                  <a:lnTo>
                    <a:pt x="12913" y="10244"/>
                  </a:lnTo>
                  <a:lnTo>
                    <a:pt x="13507" y="10715"/>
                  </a:lnTo>
                  <a:cubicBezTo>
                    <a:pt x="14124" y="11203"/>
                    <a:pt x="14868" y="11448"/>
                    <a:pt x="15612" y="11448"/>
                  </a:cubicBezTo>
                  <a:cubicBezTo>
                    <a:pt x="16356" y="11448"/>
                    <a:pt x="17100" y="11203"/>
                    <a:pt x="17717" y="10715"/>
                  </a:cubicBezTo>
                  <a:lnTo>
                    <a:pt x="18311" y="10244"/>
                  </a:lnTo>
                  <a:lnTo>
                    <a:pt x="31224" y="2"/>
                  </a:ln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48"/>
            <p:cNvSpPr/>
            <p:nvPr/>
          </p:nvSpPr>
          <p:spPr>
            <a:xfrm>
              <a:off x="4206600" y="642725"/>
              <a:ext cx="322825" cy="512125"/>
            </a:xfrm>
            <a:custGeom>
              <a:avLst/>
              <a:gdLst/>
              <a:ahLst/>
              <a:cxnLst/>
              <a:rect l="l" t="t" r="r" b="b"/>
              <a:pathLst>
                <a:path w="12913" h="20485" extrusionOk="0">
                  <a:moveTo>
                    <a:pt x="0" y="1"/>
                  </a:moveTo>
                  <a:lnTo>
                    <a:pt x="0" y="20485"/>
                  </a:lnTo>
                  <a:lnTo>
                    <a:pt x="12913" y="10243"/>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8"/>
            <p:cNvSpPr/>
            <p:nvPr/>
          </p:nvSpPr>
          <p:spPr>
            <a:xfrm>
              <a:off x="4206600" y="898800"/>
              <a:ext cx="780600" cy="256050"/>
            </a:xfrm>
            <a:custGeom>
              <a:avLst/>
              <a:gdLst/>
              <a:ahLst/>
              <a:cxnLst/>
              <a:rect l="l" t="t" r="r" b="b"/>
              <a:pathLst>
                <a:path w="31224" h="10242" extrusionOk="0">
                  <a:moveTo>
                    <a:pt x="12913" y="1"/>
                  </a:moveTo>
                  <a:lnTo>
                    <a:pt x="0" y="10242"/>
                  </a:lnTo>
                  <a:lnTo>
                    <a:pt x="31224" y="10242"/>
                  </a:lnTo>
                  <a:lnTo>
                    <a:pt x="18311" y="1"/>
                  </a:lnTo>
                  <a:lnTo>
                    <a:pt x="17717" y="471"/>
                  </a:lnTo>
                  <a:cubicBezTo>
                    <a:pt x="17100" y="960"/>
                    <a:pt x="16356" y="1204"/>
                    <a:pt x="15612" y="1204"/>
                  </a:cubicBezTo>
                  <a:cubicBezTo>
                    <a:pt x="14868" y="1204"/>
                    <a:pt x="14124" y="960"/>
                    <a:pt x="13507" y="471"/>
                  </a:cubicBezTo>
                  <a:lnTo>
                    <a:pt x="1291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8"/>
            <p:cNvSpPr/>
            <p:nvPr/>
          </p:nvSpPr>
          <p:spPr>
            <a:xfrm>
              <a:off x="4664350" y="642725"/>
              <a:ext cx="322850" cy="512125"/>
            </a:xfrm>
            <a:custGeom>
              <a:avLst/>
              <a:gdLst/>
              <a:ahLst/>
              <a:cxnLst/>
              <a:rect l="l" t="t" r="r" b="b"/>
              <a:pathLst>
                <a:path w="12914" h="20485" extrusionOk="0">
                  <a:moveTo>
                    <a:pt x="12914" y="1"/>
                  </a:moveTo>
                  <a:lnTo>
                    <a:pt x="1" y="10243"/>
                  </a:lnTo>
                  <a:lnTo>
                    <a:pt x="12914" y="20485"/>
                  </a:lnTo>
                  <a:lnTo>
                    <a:pt x="129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8"/>
            <p:cNvSpPr/>
            <p:nvPr/>
          </p:nvSpPr>
          <p:spPr>
            <a:xfrm>
              <a:off x="1763725" y="1903150"/>
              <a:ext cx="575550" cy="752650"/>
            </a:xfrm>
            <a:custGeom>
              <a:avLst/>
              <a:gdLst/>
              <a:ahLst/>
              <a:cxnLst/>
              <a:rect l="l" t="t" r="r" b="b"/>
              <a:pathLst>
                <a:path w="23022" h="30106" extrusionOk="0">
                  <a:moveTo>
                    <a:pt x="1" y="1"/>
                  </a:moveTo>
                  <a:lnTo>
                    <a:pt x="1" y="30105"/>
                  </a:lnTo>
                  <a:lnTo>
                    <a:pt x="23022" y="30105"/>
                  </a:lnTo>
                  <a:lnTo>
                    <a:pt x="23022" y="4834"/>
                  </a:lnTo>
                  <a:lnTo>
                    <a:pt x="1818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8"/>
            <p:cNvSpPr/>
            <p:nvPr/>
          </p:nvSpPr>
          <p:spPr>
            <a:xfrm>
              <a:off x="1713850" y="1853250"/>
              <a:ext cx="575550" cy="752675"/>
            </a:xfrm>
            <a:custGeom>
              <a:avLst/>
              <a:gdLst/>
              <a:ahLst/>
              <a:cxnLst/>
              <a:rect l="l" t="t" r="r" b="b"/>
              <a:pathLst>
                <a:path w="23022" h="30107" extrusionOk="0">
                  <a:moveTo>
                    <a:pt x="1" y="1"/>
                  </a:moveTo>
                  <a:lnTo>
                    <a:pt x="1" y="30106"/>
                  </a:lnTo>
                  <a:lnTo>
                    <a:pt x="23022" y="30106"/>
                  </a:lnTo>
                  <a:lnTo>
                    <a:pt x="23022" y="4835"/>
                  </a:lnTo>
                  <a:lnTo>
                    <a:pt x="181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8"/>
            <p:cNvSpPr/>
            <p:nvPr/>
          </p:nvSpPr>
          <p:spPr>
            <a:xfrm>
              <a:off x="2168525" y="1853250"/>
              <a:ext cx="120875" cy="120900"/>
            </a:xfrm>
            <a:custGeom>
              <a:avLst/>
              <a:gdLst/>
              <a:ahLst/>
              <a:cxnLst/>
              <a:rect l="l" t="t" r="r" b="b"/>
              <a:pathLst>
                <a:path w="4835" h="4836" extrusionOk="0">
                  <a:moveTo>
                    <a:pt x="1" y="1"/>
                  </a:moveTo>
                  <a:lnTo>
                    <a:pt x="1" y="4835"/>
                  </a:lnTo>
                  <a:lnTo>
                    <a:pt x="4835" y="4835"/>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8"/>
            <p:cNvSpPr/>
            <p:nvPr/>
          </p:nvSpPr>
          <p:spPr>
            <a:xfrm>
              <a:off x="1763725" y="1900425"/>
              <a:ext cx="244900" cy="26575"/>
            </a:xfrm>
            <a:custGeom>
              <a:avLst/>
              <a:gdLst/>
              <a:ahLst/>
              <a:cxnLst/>
              <a:rect l="l" t="t" r="r" b="b"/>
              <a:pathLst>
                <a:path w="9796" h="1063" extrusionOk="0">
                  <a:moveTo>
                    <a:pt x="1" y="0"/>
                  </a:moveTo>
                  <a:lnTo>
                    <a:pt x="1" y="1063"/>
                  </a:lnTo>
                  <a:lnTo>
                    <a:pt x="9796" y="1063"/>
                  </a:lnTo>
                  <a:lnTo>
                    <a:pt x="97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48"/>
            <p:cNvSpPr/>
            <p:nvPr/>
          </p:nvSpPr>
          <p:spPr>
            <a:xfrm>
              <a:off x="1763725" y="1955375"/>
              <a:ext cx="156600" cy="26600"/>
            </a:xfrm>
            <a:custGeom>
              <a:avLst/>
              <a:gdLst/>
              <a:ahLst/>
              <a:cxnLst/>
              <a:rect l="l" t="t" r="r" b="b"/>
              <a:pathLst>
                <a:path w="6264" h="1064" extrusionOk="0">
                  <a:moveTo>
                    <a:pt x="1" y="1"/>
                  </a:moveTo>
                  <a:lnTo>
                    <a:pt x="1" y="1063"/>
                  </a:lnTo>
                  <a:lnTo>
                    <a:pt x="6264" y="1063"/>
                  </a:lnTo>
                  <a:lnTo>
                    <a:pt x="626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8"/>
            <p:cNvSpPr/>
            <p:nvPr/>
          </p:nvSpPr>
          <p:spPr>
            <a:xfrm>
              <a:off x="1763725" y="2052775"/>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8"/>
            <p:cNvSpPr/>
            <p:nvPr/>
          </p:nvSpPr>
          <p:spPr>
            <a:xfrm>
              <a:off x="1763725" y="2128050"/>
              <a:ext cx="475775" cy="26575"/>
            </a:xfrm>
            <a:custGeom>
              <a:avLst/>
              <a:gdLst/>
              <a:ahLst/>
              <a:cxnLst/>
              <a:rect l="l" t="t" r="r" b="b"/>
              <a:pathLst>
                <a:path w="19031" h="1063" extrusionOk="0">
                  <a:moveTo>
                    <a:pt x="1" y="0"/>
                  </a:moveTo>
                  <a:lnTo>
                    <a:pt x="1" y="1063"/>
                  </a:lnTo>
                  <a:lnTo>
                    <a:pt x="19031" y="1063"/>
                  </a:lnTo>
                  <a:lnTo>
                    <a:pt x="1903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8"/>
            <p:cNvSpPr/>
            <p:nvPr/>
          </p:nvSpPr>
          <p:spPr>
            <a:xfrm>
              <a:off x="1763725" y="2203300"/>
              <a:ext cx="475775" cy="26575"/>
            </a:xfrm>
            <a:custGeom>
              <a:avLst/>
              <a:gdLst/>
              <a:ahLst/>
              <a:cxnLst/>
              <a:rect l="l" t="t" r="r" b="b"/>
              <a:pathLst>
                <a:path w="19031" h="1063" extrusionOk="0">
                  <a:moveTo>
                    <a:pt x="1" y="0"/>
                  </a:moveTo>
                  <a:lnTo>
                    <a:pt x="1" y="1063"/>
                  </a:lnTo>
                  <a:lnTo>
                    <a:pt x="19031" y="1063"/>
                  </a:lnTo>
                  <a:lnTo>
                    <a:pt x="1903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8"/>
            <p:cNvSpPr/>
            <p:nvPr/>
          </p:nvSpPr>
          <p:spPr>
            <a:xfrm>
              <a:off x="1763725" y="2278550"/>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8"/>
            <p:cNvSpPr/>
            <p:nvPr/>
          </p:nvSpPr>
          <p:spPr>
            <a:xfrm>
              <a:off x="1763725" y="2353850"/>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8"/>
            <p:cNvSpPr/>
            <p:nvPr/>
          </p:nvSpPr>
          <p:spPr>
            <a:xfrm>
              <a:off x="1763725" y="2429100"/>
              <a:ext cx="475775" cy="26600"/>
            </a:xfrm>
            <a:custGeom>
              <a:avLst/>
              <a:gdLst/>
              <a:ahLst/>
              <a:cxnLst/>
              <a:rect l="l" t="t" r="r" b="b"/>
              <a:pathLst>
                <a:path w="19031" h="1064" extrusionOk="0">
                  <a:moveTo>
                    <a:pt x="1" y="1"/>
                  </a:moveTo>
                  <a:lnTo>
                    <a:pt x="1" y="1063"/>
                  </a:lnTo>
                  <a:lnTo>
                    <a:pt x="19031" y="1063"/>
                  </a:lnTo>
                  <a:lnTo>
                    <a:pt x="1903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8"/>
            <p:cNvSpPr/>
            <p:nvPr/>
          </p:nvSpPr>
          <p:spPr>
            <a:xfrm>
              <a:off x="1763725" y="2504350"/>
              <a:ext cx="274900" cy="26575"/>
            </a:xfrm>
            <a:custGeom>
              <a:avLst/>
              <a:gdLst/>
              <a:ahLst/>
              <a:cxnLst/>
              <a:rect l="l" t="t" r="r" b="b"/>
              <a:pathLst>
                <a:path w="10996" h="1063" extrusionOk="0">
                  <a:moveTo>
                    <a:pt x="1" y="0"/>
                  </a:moveTo>
                  <a:lnTo>
                    <a:pt x="1" y="1063"/>
                  </a:lnTo>
                  <a:lnTo>
                    <a:pt x="10996" y="1063"/>
                  </a:lnTo>
                  <a:lnTo>
                    <a:pt x="1099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8"/>
            <p:cNvSpPr/>
            <p:nvPr/>
          </p:nvSpPr>
          <p:spPr>
            <a:xfrm>
              <a:off x="2275850" y="264375"/>
              <a:ext cx="702625" cy="600125"/>
            </a:xfrm>
            <a:custGeom>
              <a:avLst/>
              <a:gdLst/>
              <a:ahLst/>
              <a:cxnLst/>
              <a:rect l="l" t="t" r="r" b="b"/>
              <a:pathLst>
                <a:path w="28105" h="24005" extrusionOk="0">
                  <a:moveTo>
                    <a:pt x="2052" y="0"/>
                  </a:moveTo>
                  <a:cubicBezTo>
                    <a:pt x="919" y="0"/>
                    <a:pt x="1" y="918"/>
                    <a:pt x="1" y="2052"/>
                  </a:cubicBezTo>
                  <a:lnTo>
                    <a:pt x="1" y="15485"/>
                  </a:lnTo>
                  <a:cubicBezTo>
                    <a:pt x="1" y="16619"/>
                    <a:pt x="919" y="17537"/>
                    <a:pt x="2052" y="17537"/>
                  </a:cubicBezTo>
                  <a:lnTo>
                    <a:pt x="18239" y="17537"/>
                  </a:lnTo>
                  <a:lnTo>
                    <a:pt x="24707" y="24004"/>
                  </a:lnTo>
                  <a:lnTo>
                    <a:pt x="24707" y="17537"/>
                  </a:lnTo>
                  <a:lnTo>
                    <a:pt x="26053" y="17537"/>
                  </a:lnTo>
                  <a:cubicBezTo>
                    <a:pt x="27185" y="17537"/>
                    <a:pt x="28103" y="16619"/>
                    <a:pt x="28103" y="15485"/>
                  </a:cubicBezTo>
                  <a:lnTo>
                    <a:pt x="28103" y="2052"/>
                  </a:lnTo>
                  <a:cubicBezTo>
                    <a:pt x="28104" y="918"/>
                    <a:pt x="27185" y="0"/>
                    <a:pt x="26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8"/>
            <p:cNvSpPr/>
            <p:nvPr/>
          </p:nvSpPr>
          <p:spPr>
            <a:xfrm>
              <a:off x="2337200" y="341000"/>
              <a:ext cx="581250" cy="28825"/>
            </a:xfrm>
            <a:custGeom>
              <a:avLst/>
              <a:gdLst/>
              <a:ahLst/>
              <a:cxnLst/>
              <a:rect l="l" t="t" r="r" b="b"/>
              <a:pathLst>
                <a:path w="23250" h="1153" extrusionOk="0">
                  <a:moveTo>
                    <a:pt x="1" y="0"/>
                  </a:moveTo>
                  <a:lnTo>
                    <a:pt x="1" y="1153"/>
                  </a:lnTo>
                  <a:lnTo>
                    <a:pt x="23249" y="1153"/>
                  </a:lnTo>
                  <a:lnTo>
                    <a:pt x="232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8"/>
            <p:cNvSpPr/>
            <p:nvPr/>
          </p:nvSpPr>
          <p:spPr>
            <a:xfrm>
              <a:off x="2337200" y="401050"/>
              <a:ext cx="581250" cy="28850"/>
            </a:xfrm>
            <a:custGeom>
              <a:avLst/>
              <a:gdLst/>
              <a:ahLst/>
              <a:cxnLst/>
              <a:rect l="l" t="t" r="r" b="b"/>
              <a:pathLst>
                <a:path w="23250" h="1154" extrusionOk="0">
                  <a:moveTo>
                    <a:pt x="1" y="0"/>
                  </a:moveTo>
                  <a:lnTo>
                    <a:pt x="1" y="1153"/>
                  </a:lnTo>
                  <a:lnTo>
                    <a:pt x="23249" y="1153"/>
                  </a:lnTo>
                  <a:lnTo>
                    <a:pt x="232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8"/>
            <p:cNvSpPr/>
            <p:nvPr/>
          </p:nvSpPr>
          <p:spPr>
            <a:xfrm>
              <a:off x="2337200" y="461100"/>
              <a:ext cx="581250" cy="28875"/>
            </a:xfrm>
            <a:custGeom>
              <a:avLst/>
              <a:gdLst/>
              <a:ahLst/>
              <a:cxnLst/>
              <a:rect l="l" t="t" r="r" b="b"/>
              <a:pathLst>
                <a:path w="23250" h="1155" extrusionOk="0">
                  <a:moveTo>
                    <a:pt x="1" y="0"/>
                  </a:moveTo>
                  <a:lnTo>
                    <a:pt x="1" y="1154"/>
                  </a:lnTo>
                  <a:lnTo>
                    <a:pt x="23249" y="1154"/>
                  </a:lnTo>
                  <a:lnTo>
                    <a:pt x="2324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8"/>
            <p:cNvSpPr/>
            <p:nvPr/>
          </p:nvSpPr>
          <p:spPr>
            <a:xfrm>
              <a:off x="2337200" y="521175"/>
              <a:ext cx="581250" cy="28850"/>
            </a:xfrm>
            <a:custGeom>
              <a:avLst/>
              <a:gdLst/>
              <a:ahLst/>
              <a:cxnLst/>
              <a:rect l="l" t="t" r="r" b="b"/>
              <a:pathLst>
                <a:path w="23250" h="1154" extrusionOk="0">
                  <a:moveTo>
                    <a:pt x="1" y="1"/>
                  </a:moveTo>
                  <a:lnTo>
                    <a:pt x="1" y="1153"/>
                  </a:lnTo>
                  <a:lnTo>
                    <a:pt x="23249" y="1153"/>
                  </a:lnTo>
                  <a:lnTo>
                    <a:pt x="2324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8"/>
            <p:cNvSpPr/>
            <p:nvPr/>
          </p:nvSpPr>
          <p:spPr>
            <a:xfrm>
              <a:off x="2337200" y="581225"/>
              <a:ext cx="290625" cy="28850"/>
            </a:xfrm>
            <a:custGeom>
              <a:avLst/>
              <a:gdLst/>
              <a:ahLst/>
              <a:cxnLst/>
              <a:rect l="l" t="t" r="r" b="b"/>
              <a:pathLst>
                <a:path w="11625" h="1154" extrusionOk="0">
                  <a:moveTo>
                    <a:pt x="1" y="1"/>
                  </a:moveTo>
                  <a:lnTo>
                    <a:pt x="1" y="1154"/>
                  </a:lnTo>
                  <a:lnTo>
                    <a:pt x="11625" y="1154"/>
                  </a:lnTo>
                  <a:lnTo>
                    <a:pt x="116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48"/>
            <p:cNvSpPr/>
            <p:nvPr/>
          </p:nvSpPr>
          <p:spPr>
            <a:xfrm>
              <a:off x="5549575" y="2338200"/>
              <a:ext cx="724525" cy="485125"/>
            </a:xfrm>
            <a:custGeom>
              <a:avLst/>
              <a:gdLst/>
              <a:ahLst/>
              <a:cxnLst/>
              <a:rect l="l" t="t" r="r" b="b"/>
              <a:pathLst>
                <a:path w="28981" h="19405" extrusionOk="0">
                  <a:moveTo>
                    <a:pt x="2657" y="0"/>
                  </a:moveTo>
                  <a:cubicBezTo>
                    <a:pt x="1189" y="0"/>
                    <a:pt x="0" y="1189"/>
                    <a:pt x="0" y="2656"/>
                  </a:cubicBezTo>
                  <a:lnTo>
                    <a:pt x="0" y="16748"/>
                  </a:lnTo>
                  <a:cubicBezTo>
                    <a:pt x="0" y="18216"/>
                    <a:pt x="1189" y="19405"/>
                    <a:pt x="2657" y="19405"/>
                  </a:cubicBezTo>
                  <a:lnTo>
                    <a:pt x="26325" y="19405"/>
                  </a:lnTo>
                  <a:cubicBezTo>
                    <a:pt x="27791" y="19405"/>
                    <a:pt x="28981" y="18216"/>
                    <a:pt x="28981" y="16748"/>
                  </a:cubicBezTo>
                  <a:lnTo>
                    <a:pt x="28981" y="2656"/>
                  </a:lnTo>
                  <a:cubicBezTo>
                    <a:pt x="28981" y="1189"/>
                    <a:pt x="27791" y="0"/>
                    <a:pt x="263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48"/>
            <p:cNvSpPr/>
            <p:nvPr/>
          </p:nvSpPr>
          <p:spPr>
            <a:xfrm>
              <a:off x="5489925" y="2278500"/>
              <a:ext cx="724500" cy="350525"/>
            </a:xfrm>
            <a:custGeom>
              <a:avLst/>
              <a:gdLst/>
              <a:ahLst/>
              <a:cxnLst/>
              <a:rect l="l" t="t" r="r" b="b"/>
              <a:pathLst>
                <a:path w="28980" h="14021" extrusionOk="0">
                  <a:moveTo>
                    <a:pt x="2656" y="0"/>
                  </a:moveTo>
                  <a:cubicBezTo>
                    <a:pt x="1189" y="0"/>
                    <a:pt x="0" y="1189"/>
                    <a:pt x="0" y="2657"/>
                  </a:cubicBezTo>
                  <a:lnTo>
                    <a:pt x="0" y="12904"/>
                  </a:lnTo>
                  <a:lnTo>
                    <a:pt x="5734" y="7169"/>
                  </a:lnTo>
                  <a:cubicBezTo>
                    <a:pt x="6365" y="6539"/>
                    <a:pt x="7192" y="6223"/>
                    <a:pt x="8018" y="6223"/>
                  </a:cubicBezTo>
                  <a:cubicBezTo>
                    <a:pt x="8845" y="6223"/>
                    <a:pt x="9671" y="6539"/>
                    <a:pt x="10301" y="7169"/>
                  </a:cubicBezTo>
                  <a:lnTo>
                    <a:pt x="15098" y="11965"/>
                  </a:lnTo>
                  <a:cubicBezTo>
                    <a:pt x="15729" y="12596"/>
                    <a:pt x="16555" y="12911"/>
                    <a:pt x="17381" y="12911"/>
                  </a:cubicBezTo>
                  <a:cubicBezTo>
                    <a:pt x="18208" y="12911"/>
                    <a:pt x="19034" y="12596"/>
                    <a:pt x="19665" y="11965"/>
                  </a:cubicBezTo>
                  <a:lnTo>
                    <a:pt x="21010" y="10620"/>
                  </a:lnTo>
                  <a:cubicBezTo>
                    <a:pt x="21641" y="9989"/>
                    <a:pt x="22468" y="9674"/>
                    <a:pt x="23294" y="9674"/>
                  </a:cubicBezTo>
                  <a:cubicBezTo>
                    <a:pt x="24121" y="9674"/>
                    <a:pt x="24948" y="9989"/>
                    <a:pt x="25578" y="10620"/>
                  </a:cubicBezTo>
                  <a:lnTo>
                    <a:pt x="28979" y="14020"/>
                  </a:lnTo>
                  <a:lnTo>
                    <a:pt x="28979" y="2657"/>
                  </a:lnTo>
                  <a:cubicBezTo>
                    <a:pt x="28979" y="1189"/>
                    <a:pt x="27790" y="0"/>
                    <a:pt x="263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8"/>
            <p:cNvSpPr/>
            <p:nvPr/>
          </p:nvSpPr>
          <p:spPr>
            <a:xfrm>
              <a:off x="5489925" y="2434075"/>
              <a:ext cx="724500" cy="329575"/>
            </a:xfrm>
            <a:custGeom>
              <a:avLst/>
              <a:gdLst/>
              <a:ahLst/>
              <a:cxnLst/>
              <a:rect l="l" t="t" r="r" b="b"/>
              <a:pathLst>
                <a:path w="28980" h="13183" extrusionOk="0">
                  <a:moveTo>
                    <a:pt x="8018" y="0"/>
                  </a:moveTo>
                  <a:cubicBezTo>
                    <a:pt x="7192" y="0"/>
                    <a:pt x="6365" y="316"/>
                    <a:pt x="5734" y="946"/>
                  </a:cubicBezTo>
                  <a:lnTo>
                    <a:pt x="0" y="6681"/>
                  </a:lnTo>
                  <a:lnTo>
                    <a:pt x="0" y="10526"/>
                  </a:lnTo>
                  <a:cubicBezTo>
                    <a:pt x="0" y="11993"/>
                    <a:pt x="1189" y="13182"/>
                    <a:pt x="2656" y="13182"/>
                  </a:cubicBezTo>
                  <a:lnTo>
                    <a:pt x="26323" y="13182"/>
                  </a:lnTo>
                  <a:cubicBezTo>
                    <a:pt x="27790" y="13182"/>
                    <a:pt x="28979" y="11993"/>
                    <a:pt x="28979" y="10526"/>
                  </a:cubicBezTo>
                  <a:lnTo>
                    <a:pt x="28979" y="7797"/>
                  </a:lnTo>
                  <a:lnTo>
                    <a:pt x="25578" y="4397"/>
                  </a:lnTo>
                  <a:cubicBezTo>
                    <a:pt x="24948" y="3766"/>
                    <a:pt x="24121" y="3451"/>
                    <a:pt x="23294" y="3451"/>
                  </a:cubicBezTo>
                  <a:cubicBezTo>
                    <a:pt x="22468" y="3451"/>
                    <a:pt x="21641" y="3766"/>
                    <a:pt x="21010" y="4397"/>
                  </a:cubicBezTo>
                  <a:lnTo>
                    <a:pt x="19665" y="5742"/>
                  </a:lnTo>
                  <a:cubicBezTo>
                    <a:pt x="19034" y="6373"/>
                    <a:pt x="18208" y="6688"/>
                    <a:pt x="17381" y="6688"/>
                  </a:cubicBezTo>
                  <a:cubicBezTo>
                    <a:pt x="16555" y="6688"/>
                    <a:pt x="15729" y="6373"/>
                    <a:pt x="15098" y="5742"/>
                  </a:cubicBezTo>
                  <a:lnTo>
                    <a:pt x="10301" y="946"/>
                  </a:lnTo>
                  <a:cubicBezTo>
                    <a:pt x="9671" y="316"/>
                    <a:pt x="8845" y="0"/>
                    <a:pt x="80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8"/>
            <p:cNvSpPr/>
            <p:nvPr/>
          </p:nvSpPr>
          <p:spPr>
            <a:xfrm>
              <a:off x="5947450" y="2324400"/>
              <a:ext cx="134475" cy="129375"/>
            </a:xfrm>
            <a:custGeom>
              <a:avLst/>
              <a:gdLst/>
              <a:ahLst/>
              <a:cxnLst/>
              <a:rect l="l" t="t" r="r" b="b"/>
              <a:pathLst>
                <a:path w="5379" h="5175" extrusionOk="0">
                  <a:moveTo>
                    <a:pt x="2791" y="0"/>
                  </a:moveTo>
                  <a:cubicBezTo>
                    <a:pt x="1744" y="0"/>
                    <a:pt x="801" y="630"/>
                    <a:pt x="401" y="1598"/>
                  </a:cubicBezTo>
                  <a:cubicBezTo>
                    <a:pt x="0" y="2564"/>
                    <a:pt x="222" y="3677"/>
                    <a:pt x="961" y="4417"/>
                  </a:cubicBezTo>
                  <a:cubicBezTo>
                    <a:pt x="1457" y="4912"/>
                    <a:pt x="2118" y="5175"/>
                    <a:pt x="2792" y="5175"/>
                  </a:cubicBezTo>
                  <a:cubicBezTo>
                    <a:pt x="3125" y="5175"/>
                    <a:pt x="3461" y="5110"/>
                    <a:pt x="3782" y="4978"/>
                  </a:cubicBezTo>
                  <a:cubicBezTo>
                    <a:pt x="4748" y="4577"/>
                    <a:pt x="5379" y="3634"/>
                    <a:pt x="5379" y="2588"/>
                  </a:cubicBezTo>
                  <a:cubicBezTo>
                    <a:pt x="5378" y="1159"/>
                    <a:pt x="4220" y="0"/>
                    <a:pt x="27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265;p48">
            <a:extLst>
              <a:ext uri="{FF2B5EF4-FFF2-40B4-BE49-F238E27FC236}">
                <a16:creationId xmlns:a16="http://schemas.microsoft.com/office/drawing/2014/main" id="{F74BA647-D2A2-7A1A-2130-E445A78ABCB2}"/>
              </a:ext>
            </a:extLst>
          </p:cNvPr>
          <p:cNvSpPr txBox="1">
            <a:spLocks/>
          </p:cNvSpPr>
          <p:nvPr/>
        </p:nvSpPr>
        <p:spPr>
          <a:xfrm>
            <a:off x="1670400" y="3110400"/>
            <a:ext cx="2340000" cy="1065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2400"/>
              <a:buFont typeface="Roboto"/>
              <a:buNone/>
              <a:defRPr sz="2400" b="0" i="0" u="none" strike="noStrike" cap="none">
                <a:solidFill>
                  <a:schemeClr val="dk1"/>
                </a:solidFill>
                <a:latin typeface="Roboto"/>
                <a:ea typeface="Roboto"/>
                <a:cs typeface="Roboto"/>
                <a:sym typeface="Roboto"/>
              </a:defRPr>
            </a:lvl1pPr>
            <a:lvl2pPr marL="914400" marR="0" lvl="1" indent="-317500" algn="l" rtl="0">
              <a:lnSpc>
                <a:spcPct val="100000"/>
              </a:lnSpc>
              <a:spcBef>
                <a:spcPts val="0"/>
              </a:spcBef>
              <a:spcAft>
                <a:spcPts val="0"/>
              </a:spcAft>
              <a:buClr>
                <a:schemeClr val="dk1"/>
              </a:buClr>
              <a:buSzPts val="2400"/>
              <a:buFont typeface="Roboto"/>
              <a:buNone/>
              <a:defRPr sz="2400" b="0" i="0" u="none" strike="noStrike" cap="none">
                <a:solidFill>
                  <a:schemeClr val="dk1"/>
                </a:solidFill>
                <a:latin typeface="Roboto"/>
                <a:ea typeface="Roboto"/>
                <a:cs typeface="Roboto"/>
                <a:sym typeface="Roboto"/>
              </a:defRPr>
            </a:lvl2pPr>
            <a:lvl3pPr marL="1371600" marR="0" lvl="2" indent="-317500" algn="l" rtl="0">
              <a:lnSpc>
                <a:spcPct val="100000"/>
              </a:lnSpc>
              <a:spcBef>
                <a:spcPts val="0"/>
              </a:spcBef>
              <a:spcAft>
                <a:spcPts val="0"/>
              </a:spcAft>
              <a:buClr>
                <a:schemeClr val="dk1"/>
              </a:buClr>
              <a:buSzPts val="2400"/>
              <a:buFont typeface="Roboto"/>
              <a:buNone/>
              <a:defRPr sz="24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0"/>
              </a:spcBef>
              <a:spcAft>
                <a:spcPts val="0"/>
              </a:spcAft>
              <a:buClr>
                <a:schemeClr val="dk1"/>
              </a:buClr>
              <a:buSzPts val="2400"/>
              <a:buFont typeface="Roboto"/>
              <a:buNone/>
              <a:defRPr sz="2400" b="0" i="0" u="none" strike="noStrike" cap="none">
                <a:solidFill>
                  <a:schemeClr val="dk1"/>
                </a:solidFill>
                <a:latin typeface="Roboto"/>
                <a:ea typeface="Roboto"/>
                <a:cs typeface="Roboto"/>
                <a:sym typeface="Roboto"/>
              </a:defRPr>
            </a:lvl4pPr>
            <a:lvl5pPr marL="2286000" marR="0" lvl="4" indent="-317500" algn="l" rtl="0">
              <a:lnSpc>
                <a:spcPct val="100000"/>
              </a:lnSpc>
              <a:spcBef>
                <a:spcPts val="0"/>
              </a:spcBef>
              <a:spcAft>
                <a:spcPts val="0"/>
              </a:spcAft>
              <a:buClr>
                <a:schemeClr val="dk1"/>
              </a:buClr>
              <a:buSzPts val="2400"/>
              <a:buFont typeface="Roboto"/>
              <a:buNone/>
              <a:defRPr sz="2400" b="0" i="0" u="none" strike="noStrike" cap="none">
                <a:solidFill>
                  <a:schemeClr val="dk1"/>
                </a:solidFill>
                <a:latin typeface="Roboto"/>
                <a:ea typeface="Roboto"/>
                <a:cs typeface="Roboto"/>
                <a:sym typeface="Roboto"/>
              </a:defRPr>
            </a:lvl5pPr>
            <a:lvl6pPr marL="2743200" marR="0" lvl="5" indent="-317500" algn="l" rtl="0">
              <a:lnSpc>
                <a:spcPct val="100000"/>
              </a:lnSpc>
              <a:spcBef>
                <a:spcPts val="0"/>
              </a:spcBef>
              <a:spcAft>
                <a:spcPts val="0"/>
              </a:spcAft>
              <a:buClr>
                <a:schemeClr val="dk1"/>
              </a:buClr>
              <a:buSzPts val="2400"/>
              <a:buFont typeface="Roboto"/>
              <a:buNone/>
              <a:defRPr sz="2400" b="0" i="0" u="none" strike="noStrike" cap="none">
                <a:solidFill>
                  <a:schemeClr val="dk1"/>
                </a:solidFill>
                <a:latin typeface="Roboto"/>
                <a:ea typeface="Roboto"/>
                <a:cs typeface="Roboto"/>
                <a:sym typeface="Roboto"/>
              </a:defRPr>
            </a:lvl6pPr>
            <a:lvl7pPr marL="3200400" marR="0" lvl="6" indent="-317500" algn="l" rtl="0">
              <a:lnSpc>
                <a:spcPct val="100000"/>
              </a:lnSpc>
              <a:spcBef>
                <a:spcPts val="0"/>
              </a:spcBef>
              <a:spcAft>
                <a:spcPts val="0"/>
              </a:spcAft>
              <a:buClr>
                <a:schemeClr val="dk1"/>
              </a:buClr>
              <a:buSzPts val="2400"/>
              <a:buFont typeface="Roboto"/>
              <a:buNone/>
              <a:defRPr sz="2400" b="0" i="0" u="none" strike="noStrike" cap="none">
                <a:solidFill>
                  <a:schemeClr val="dk1"/>
                </a:solidFill>
                <a:latin typeface="Roboto"/>
                <a:ea typeface="Roboto"/>
                <a:cs typeface="Roboto"/>
                <a:sym typeface="Roboto"/>
              </a:defRPr>
            </a:lvl7pPr>
            <a:lvl8pPr marL="3657600" marR="0" lvl="7" indent="-317500" algn="l" rtl="0">
              <a:lnSpc>
                <a:spcPct val="100000"/>
              </a:lnSpc>
              <a:spcBef>
                <a:spcPts val="0"/>
              </a:spcBef>
              <a:spcAft>
                <a:spcPts val="0"/>
              </a:spcAft>
              <a:buClr>
                <a:schemeClr val="dk1"/>
              </a:buClr>
              <a:buSzPts val="2400"/>
              <a:buFont typeface="Roboto"/>
              <a:buNone/>
              <a:defRPr sz="2400" b="0" i="0" u="none" strike="noStrike" cap="none">
                <a:solidFill>
                  <a:schemeClr val="dk1"/>
                </a:solidFill>
                <a:latin typeface="Roboto"/>
                <a:ea typeface="Roboto"/>
                <a:cs typeface="Roboto"/>
                <a:sym typeface="Roboto"/>
              </a:defRPr>
            </a:lvl8pPr>
            <a:lvl9pPr marL="4114800" marR="0" lvl="8" indent="-317500" algn="l" rtl="0">
              <a:lnSpc>
                <a:spcPct val="100000"/>
              </a:lnSpc>
              <a:spcBef>
                <a:spcPts val="0"/>
              </a:spcBef>
              <a:spcAft>
                <a:spcPts val="0"/>
              </a:spcAft>
              <a:buClr>
                <a:schemeClr val="dk1"/>
              </a:buClr>
              <a:buSzPts val="2400"/>
              <a:buFont typeface="Roboto"/>
              <a:buNone/>
              <a:defRPr sz="2400" b="0" i="0" u="none" strike="noStrike" cap="none">
                <a:solidFill>
                  <a:schemeClr val="dk1"/>
                </a:solidFill>
                <a:latin typeface="Roboto"/>
                <a:ea typeface="Roboto"/>
                <a:cs typeface="Roboto"/>
                <a:sym typeface="Roboto"/>
              </a:defRPr>
            </a:lvl9pPr>
          </a:lstStyle>
          <a:p>
            <a:pPr marL="0" indent="0"/>
            <a:r>
              <a:rPr lang="en-US" sz="1600" dirty="0" err="1">
                <a:solidFill>
                  <a:schemeClr val="accent6">
                    <a:lumMod val="75000"/>
                  </a:schemeClr>
                </a:solidFill>
              </a:rPr>
              <a:t>Membres</a:t>
            </a:r>
            <a:r>
              <a:rPr lang="en-US" sz="1600" dirty="0">
                <a:solidFill>
                  <a:schemeClr val="accent6">
                    <a:lumMod val="75000"/>
                  </a:schemeClr>
                </a:solidFill>
              </a:rPr>
              <a:t> du jury: </a:t>
            </a:r>
          </a:p>
          <a:p>
            <a:pPr marL="0" indent="0">
              <a:lnSpc>
                <a:spcPct val="114000"/>
              </a:lnSpc>
              <a:buSzPts val="1600"/>
            </a:pPr>
            <a:r>
              <a:rPr lang="en-US" sz="1100" dirty="0">
                <a:solidFill>
                  <a:srgbClr val="002060"/>
                </a:solidFill>
              </a:rPr>
              <a:t>Pr. Younes LAKHRISSI</a:t>
            </a:r>
          </a:p>
          <a:p>
            <a:pPr marL="0" indent="0">
              <a:lnSpc>
                <a:spcPct val="114000"/>
              </a:lnSpc>
              <a:buSzPts val="1600"/>
            </a:pPr>
            <a:r>
              <a:rPr lang="en-US" sz="1100" dirty="0">
                <a:solidFill>
                  <a:srgbClr val="002060"/>
                </a:solidFill>
              </a:rPr>
              <a:t>Pr. Youness IDRISSI KHAMLICHI</a:t>
            </a:r>
          </a:p>
        </p:txBody>
      </p:sp>
      <p:sp>
        <p:nvSpPr>
          <p:cNvPr id="3" name="TextBox 11">
            <a:extLst>
              <a:ext uri="{FF2B5EF4-FFF2-40B4-BE49-F238E27FC236}">
                <a16:creationId xmlns:a16="http://schemas.microsoft.com/office/drawing/2014/main" id="{0AC3E2FC-D714-6822-5C2E-97B56CB276B3}"/>
              </a:ext>
            </a:extLst>
          </p:cNvPr>
          <p:cNvSpPr txBox="1"/>
          <p:nvPr/>
        </p:nvSpPr>
        <p:spPr>
          <a:xfrm>
            <a:off x="0" y="4399470"/>
            <a:ext cx="4760184" cy="307777"/>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400">
                <a:solidFill>
                  <a:srgbClr val="666973"/>
                </a:solidFill>
                <a:latin typeface="Aptos"/>
              </a:defRPr>
            </a:pPr>
            <a:r>
              <a:rPr dirty="0" err="1"/>
              <a:t>Projet</a:t>
            </a:r>
            <a:r>
              <a:rPr dirty="0"/>
              <a:t> de Fin </a:t>
            </a:r>
            <a:r>
              <a:rPr dirty="0" err="1"/>
              <a:t>d’Études</a:t>
            </a:r>
            <a:r>
              <a:rPr dirty="0"/>
              <a:t> • </a:t>
            </a:r>
            <a:r>
              <a:rPr dirty="0" err="1"/>
              <a:t>Filière</a:t>
            </a:r>
            <a:r>
              <a:rPr dirty="0"/>
              <a:t> DLA • Option IFSMD</a:t>
            </a:r>
          </a:p>
        </p:txBody>
      </p:sp>
      <p:sp>
        <p:nvSpPr>
          <p:cNvPr id="4" name="TextBox 13">
            <a:extLst>
              <a:ext uri="{FF2B5EF4-FFF2-40B4-BE49-F238E27FC236}">
                <a16:creationId xmlns:a16="http://schemas.microsoft.com/office/drawing/2014/main" id="{6D27B21E-6D58-F40A-B556-98ED0F899601}"/>
              </a:ext>
            </a:extLst>
          </p:cNvPr>
          <p:cNvSpPr txBox="1"/>
          <p:nvPr/>
        </p:nvSpPr>
        <p:spPr>
          <a:xfrm>
            <a:off x="0" y="4732020"/>
            <a:ext cx="6400800" cy="41148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100">
                <a:solidFill>
                  <a:srgbClr val="183166"/>
                </a:solidFill>
              </a:defRPr>
            </a:pPr>
            <a:r>
              <a:t>Université Sidi Mohamed Ben Abdellah — ENSA Fès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67"/>
                                        </p:tgtEl>
                                        <p:attrNameLst>
                                          <p:attrName>style.visibility</p:attrName>
                                        </p:attrNameLst>
                                      </p:cBhvr>
                                      <p:to>
                                        <p:strVal val="visible"/>
                                      </p:to>
                                    </p:set>
                                    <p:anim calcmode="lin" valueType="num">
                                      <p:cBhvr additive="base">
                                        <p:cTn id="7" dur="1000"/>
                                        <p:tgtEl>
                                          <p:spTgt spid="267"/>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64"/>
                                        </p:tgtEl>
                                        <p:attrNameLst>
                                          <p:attrName>style.visibility</p:attrName>
                                        </p:attrNameLst>
                                      </p:cBhvr>
                                      <p:to>
                                        <p:strVal val="visible"/>
                                      </p:to>
                                    </p:set>
                                    <p:anim calcmode="lin" valueType="num">
                                      <p:cBhvr additive="base">
                                        <p:cTn id="12" dur="500" fill="hold"/>
                                        <p:tgtEl>
                                          <p:spTgt spid="264"/>
                                        </p:tgtEl>
                                        <p:attrNameLst>
                                          <p:attrName>ppt_x</p:attrName>
                                        </p:attrNameLst>
                                      </p:cBhvr>
                                      <p:tavLst>
                                        <p:tav tm="0">
                                          <p:val>
                                            <p:strVal val="#ppt_x"/>
                                          </p:val>
                                        </p:tav>
                                        <p:tav tm="100000">
                                          <p:val>
                                            <p:strVal val="#ppt_x"/>
                                          </p:val>
                                        </p:tav>
                                      </p:tavLst>
                                    </p:anim>
                                    <p:anim calcmode="lin" valueType="num">
                                      <p:cBhvr additive="base">
                                        <p:cTn id="13" dur="500" fill="hold"/>
                                        <p:tgtEl>
                                          <p:spTgt spid="26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265">
                                            <p:txEl>
                                              <p:pRg st="0" end="0"/>
                                            </p:txEl>
                                          </p:spTgt>
                                        </p:tgtEl>
                                        <p:attrNameLst>
                                          <p:attrName>style.visibility</p:attrName>
                                        </p:attrNameLst>
                                      </p:cBhvr>
                                      <p:to>
                                        <p:strVal val="visible"/>
                                      </p:to>
                                    </p:set>
                                    <p:animEffect transition="in" filter="fade">
                                      <p:cBhvr>
                                        <p:cTn id="18" dur="1000"/>
                                        <p:tgtEl>
                                          <p:spTgt spid="265">
                                            <p:txEl>
                                              <p:pRg st="0" end="0"/>
                                            </p:txEl>
                                          </p:spTgt>
                                        </p:tgtEl>
                                      </p:cBhvr>
                                    </p:animEffect>
                                    <p:anim calcmode="lin" valueType="num">
                                      <p:cBhvr>
                                        <p:cTn id="19" dur="1000" fill="hold"/>
                                        <p:tgtEl>
                                          <p:spTgt spid="265">
                                            <p:txEl>
                                              <p:pRg st="0" end="0"/>
                                            </p:txEl>
                                          </p:spTgt>
                                        </p:tgtEl>
                                        <p:attrNameLst>
                                          <p:attrName>ppt_x</p:attrName>
                                        </p:attrNameLst>
                                      </p:cBhvr>
                                      <p:tavLst>
                                        <p:tav tm="0">
                                          <p:val>
                                            <p:strVal val="#ppt_x"/>
                                          </p:val>
                                        </p:tav>
                                        <p:tav tm="100000">
                                          <p:val>
                                            <p:strVal val="#ppt_x"/>
                                          </p:val>
                                        </p:tav>
                                      </p:tavLst>
                                    </p:anim>
                                    <p:anim calcmode="lin" valueType="num">
                                      <p:cBhvr>
                                        <p:cTn id="20" dur="1000" fill="hold"/>
                                        <p:tgtEl>
                                          <p:spTgt spid="26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265">
                                            <p:txEl>
                                              <p:pRg st="1" end="1"/>
                                            </p:txEl>
                                          </p:spTgt>
                                        </p:tgtEl>
                                        <p:attrNameLst>
                                          <p:attrName>style.visibility</p:attrName>
                                        </p:attrNameLst>
                                      </p:cBhvr>
                                      <p:to>
                                        <p:strVal val="visible"/>
                                      </p:to>
                                    </p:set>
                                    <p:animEffect transition="in" filter="fade">
                                      <p:cBhvr>
                                        <p:cTn id="25" dur="1000"/>
                                        <p:tgtEl>
                                          <p:spTgt spid="265">
                                            <p:txEl>
                                              <p:pRg st="1" end="1"/>
                                            </p:txEl>
                                          </p:spTgt>
                                        </p:tgtEl>
                                      </p:cBhvr>
                                    </p:animEffect>
                                    <p:anim calcmode="lin" valueType="num">
                                      <p:cBhvr>
                                        <p:cTn id="26" dur="1000" fill="hold"/>
                                        <p:tgtEl>
                                          <p:spTgt spid="265">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26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265">
                                            <p:txEl>
                                              <p:pRg st="2" end="2"/>
                                            </p:txEl>
                                          </p:spTgt>
                                        </p:tgtEl>
                                        <p:attrNameLst>
                                          <p:attrName>style.visibility</p:attrName>
                                        </p:attrNameLst>
                                      </p:cBhvr>
                                      <p:to>
                                        <p:strVal val="visible"/>
                                      </p:to>
                                    </p:set>
                                    <p:animEffect transition="in" filter="fade">
                                      <p:cBhvr>
                                        <p:cTn id="32" dur="1000"/>
                                        <p:tgtEl>
                                          <p:spTgt spid="265">
                                            <p:txEl>
                                              <p:pRg st="2" end="2"/>
                                            </p:txEl>
                                          </p:spTgt>
                                        </p:tgtEl>
                                      </p:cBhvr>
                                    </p:animEffect>
                                    <p:anim calcmode="lin" valueType="num">
                                      <p:cBhvr>
                                        <p:cTn id="33" dur="1000" fill="hold"/>
                                        <p:tgtEl>
                                          <p:spTgt spid="265">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26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animEffect transition="in" filter="fade">
                                      <p:cBhvr>
                                        <p:cTn id="39" dur="1000"/>
                                        <p:tgtEl>
                                          <p:spTgt spid="2">
                                            <p:txEl>
                                              <p:pRg st="0" end="0"/>
                                            </p:txEl>
                                          </p:spTgt>
                                        </p:tgtEl>
                                      </p:cBhvr>
                                    </p:animEffect>
                                    <p:anim calcmode="lin" valueType="num">
                                      <p:cBhvr>
                                        <p:cTn id="40"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41"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2">
                                            <p:txEl>
                                              <p:pRg st="1" end="1"/>
                                            </p:txEl>
                                          </p:spTgt>
                                        </p:tgtEl>
                                        <p:attrNameLst>
                                          <p:attrName>style.visibility</p:attrName>
                                        </p:attrNameLst>
                                      </p:cBhvr>
                                      <p:to>
                                        <p:strVal val="visible"/>
                                      </p:to>
                                    </p:set>
                                    <p:animEffect transition="in" filter="fade">
                                      <p:cBhvr>
                                        <p:cTn id="46" dur="1000"/>
                                        <p:tgtEl>
                                          <p:spTgt spid="2">
                                            <p:txEl>
                                              <p:pRg st="1" end="1"/>
                                            </p:txEl>
                                          </p:spTgt>
                                        </p:tgtEl>
                                      </p:cBhvr>
                                    </p:animEffect>
                                    <p:anim calcmode="lin" valueType="num">
                                      <p:cBhvr>
                                        <p:cTn id="47"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48"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2">
                                            <p:txEl>
                                              <p:pRg st="2" end="2"/>
                                            </p:txEl>
                                          </p:spTgt>
                                        </p:tgtEl>
                                        <p:attrNameLst>
                                          <p:attrName>style.visibility</p:attrName>
                                        </p:attrNameLst>
                                      </p:cBhvr>
                                      <p:to>
                                        <p:strVal val="visible"/>
                                      </p:to>
                                    </p:set>
                                    <p:anim calcmode="lin" valueType="num">
                                      <p:cBhvr additive="base">
                                        <p:cTn id="5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 grpId="0"/>
      <p:bldP spid="265" grpId="0" build="p"/>
      <p:bldP spid="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52"/>
          <p:cNvSpPr/>
          <p:nvPr/>
        </p:nvSpPr>
        <p:spPr>
          <a:xfrm rot="-2902423">
            <a:off x="4964621" y="1043240"/>
            <a:ext cx="3526169" cy="3218155"/>
          </a:xfrm>
          <a:custGeom>
            <a:avLst/>
            <a:gdLst/>
            <a:ahLst/>
            <a:cxnLst/>
            <a:rect l="l" t="t" r="r" b="b"/>
            <a:pathLst>
              <a:path w="307291" h="174408" extrusionOk="0">
                <a:moveTo>
                  <a:pt x="97501" y="0"/>
                </a:moveTo>
                <a:cubicBezTo>
                  <a:pt x="37904" y="0"/>
                  <a:pt x="1" y="87352"/>
                  <a:pt x="27844" y="130649"/>
                </a:cubicBezTo>
                <a:cubicBezTo>
                  <a:pt x="49253" y="163941"/>
                  <a:pt x="79359" y="174407"/>
                  <a:pt x="102973" y="174407"/>
                </a:cubicBezTo>
                <a:cubicBezTo>
                  <a:pt x="114672" y="174407"/>
                  <a:pt x="124778" y="171838"/>
                  <a:pt x="131443" y="168203"/>
                </a:cubicBezTo>
                <a:cubicBezTo>
                  <a:pt x="142210" y="162330"/>
                  <a:pt x="155800" y="153528"/>
                  <a:pt x="181055" y="153528"/>
                </a:cubicBezTo>
                <a:cubicBezTo>
                  <a:pt x="189213" y="153528"/>
                  <a:pt x="198587" y="154446"/>
                  <a:pt x="209477" y="156678"/>
                </a:cubicBezTo>
                <a:cubicBezTo>
                  <a:pt x="219512" y="158735"/>
                  <a:pt x="229080" y="159803"/>
                  <a:pt x="238009" y="159803"/>
                </a:cubicBezTo>
                <a:cubicBezTo>
                  <a:pt x="279567" y="159803"/>
                  <a:pt x="307291" y="136684"/>
                  <a:pt x="303942" y="82631"/>
                </a:cubicBezTo>
                <a:cubicBezTo>
                  <a:pt x="302031" y="51780"/>
                  <a:pt x="281246" y="27190"/>
                  <a:pt x="243356" y="27190"/>
                </a:cubicBezTo>
                <a:cubicBezTo>
                  <a:pt x="238686" y="27190"/>
                  <a:pt x="233755" y="27563"/>
                  <a:pt x="228567" y="28345"/>
                </a:cubicBezTo>
                <a:cubicBezTo>
                  <a:pt x="218576" y="29851"/>
                  <a:pt x="210047" y="30556"/>
                  <a:pt x="202411" y="30556"/>
                </a:cubicBezTo>
                <a:cubicBezTo>
                  <a:pt x="174144" y="30556"/>
                  <a:pt x="158137" y="20885"/>
                  <a:pt x="125616" y="6331"/>
                </a:cubicBezTo>
                <a:cubicBezTo>
                  <a:pt x="115856" y="1963"/>
                  <a:pt x="106435" y="0"/>
                  <a:pt x="975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52"/>
          <p:cNvSpPr txBox="1">
            <a:spLocks noGrp="1"/>
          </p:cNvSpPr>
          <p:nvPr>
            <p:ph type="title"/>
          </p:nvPr>
        </p:nvSpPr>
        <p:spPr>
          <a:xfrm>
            <a:off x="713225" y="1321900"/>
            <a:ext cx="41208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Introduction</a:t>
            </a:r>
            <a:endParaRPr/>
          </a:p>
        </p:txBody>
      </p:sp>
      <p:sp>
        <p:nvSpPr>
          <p:cNvPr id="466" name="Google Shape;466;p52"/>
          <p:cNvSpPr txBox="1">
            <a:spLocks noGrp="1"/>
          </p:cNvSpPr>
          <p:nvPr>
            <p:ph type="subTitle" idx="1"/>
          </p:nvPr>
        </p:nvSpPr>
        <p:spPr>
          <a:xfrm>
            <a:off x="713225" y="2165000"/>
            <a:ext cx="4120800" cy="1656600"/>
          </a:xfrm>
          <a:prstGeom prst="rect">
            <a:avLst/>
          </a:prstGeom>
        </p:spPr>
        <p:txBody>
          <a:bodyPr spcFirstLastPara="1" wrap="square" lIns="91425" tIns="91425" rIns="91425" bIns="91425" anchor="t" anchorCtr="0">
            <a:noAutofit/>
          </a:bodyPr>
          <a:lstStyle/>
          <a:p>
            <a:pPr marL="0" lvl="0" indent="0">
              <a:spcAft>
                <a:spcPts val="1600"/>
              </a:spcAft>
            </a:pPr>
            <a:r>
              <a:rPr lang="fr-FR" dirty="0"/>
              <a:t>une application web qui permet aux restaurants de gérer leurs commandes en ligne et d’assurer la livraison des repas. Elle facilite le travail des restaurants et offre aux clients une expérience simple, claire et agréable pour commander leurs plats.</a:t>
            </a:r>
          </a:p>
        </p:txBody>
      </p:sp>
      <p:grpSp>
        <p:nvGrpSpPr>
          <p:cNvPr id="467" name="Google Shape;467;p52"/>
          <p:cNvGrpSpPr/>
          <p:nvPr/>
        </p:nvGrpSpPr>
        <p:grpSpPr>
          <a:xfrm>
            <a:off x="5126561" y="889649"/>
            <a:ext cx="2857917" cy="3500968"/>
            <a:chOff x="3301900" y="1427675"/>
            <a:chExt cx="1578175" cy="1933275"/>
          </a:xfrm>
        </p:grpSpPr>
        <p:sp>
          <p:nvSpPr>
            <p:cNvPr id="468" name="Google Shape;468;p52"/>
            <p:cNvSpPr/>
            <p:nvPr/>
          </p:nvSpPr>
          <p:spPr>
            <a:xfrm>
              <a:off x="3745400" y="1427675"/>
              <a:ext cx="996275" cy="1508850"/>
            </a:xfrm>
            <a:custGeom>
              <a:avLst/>
              <a:gdLst/>
              <a:ahLst/>
              <a:cxnLst/>
              <a:rect l="l" t="t" r="r" b="b"/>
              <a:pathLst>
                <a:path w="39851" h="60354" extrusionOk="0">
                  <a:moveTo>
                    <a:pt x="7466" y="1"/>
                  </a:moveTo>
                  <a:lnTo>
                    <a:pt x="5132" y="3489"/>
                  </a:lnTo>
                  <a:lnTo>
                    <a:pt x="2739" y="25"/>
                  </a:lnTo>
                  <a:cubicBezTo>
                    <a:pt x="2739" y="25"/>
                    <a:pt x="0" y="16753"/>
                    <a:pt x="0" y="60354"/>
                  </a:cubicBezTo>
                  <a:lnTo>
                    <a:pt x="39851" y="60354"/>
                  </a:lnTo>
                  <a:lnTo>
                    <a:pt x="39851" y="25"/>
                  </a:lnTo>
                  <a:lnTo>
                    <a:pt x="37517" y="3489"/>
                  </a:lnTo>
                  <a:lnTo>
                    <a:pt x="35183" y="1"/>
                  </a:lnTo>
                  <a:lnTo>
                    <a:pt x="32838" y="3489"/>
                  </a:lnTo>
                  <a:lnTo>
                    <a:pt x="30504" y="1"/>
                  </a:lnTo>
                  <a:lnTo>
                    <a:pt x="28171" y="3489"/>
                  </a:lnTo>
                  <a:lnTo>
                    <a:pt x="25825" y="1"/>
                  </a:lnTo>
                  <a:lnTo>
                    <a:pt x="23491" y="3489"/>
                  </a:lnTo>
                  <a:lnTo>
                    <a:pt x="21324" y="263"/>
                  </a:lnTo>
                  <a:lnTo>
                    <a:pt x="19146" y="3489"/>
                  </a:lnTo>
                  <a:lnTo>
                    <a:pt x="16812" y="1"/>
                  </a:lnTo>
                  <a:lnTo>
                    <a:pt x="14478" y="3489"/>
                  </a:lnTo>
                  <a:lnTo>
                    <a:pt x="12133" y="1"/>
                  </a:lnTo>
                  <a:lnTo>
                    <a:pt x="9799" y="3489"/>
                  </a:lnTo>
                  <a:lnTo>
                    <a:pt x="746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52"/>
            <p:cNvSpPr/>
            <p:nvPr/>
          </p:nvSpPr>
          <p:spPr>
            <a:xfrm>
              <a:off x="4273450" y="1428275"/>
              <a:ext cx="8350" cy="5975"/>
            </a:xfrm>
            <a:custGeom>
              <a:avLst/>
              <a:gdLst/>
              <a:ahLst/>
              <a:cxnLst/>
              <a:rect l="l" t="t" r="r" b="b"/>
              <a:pathLst>
                <a:path w="334" h="239" extrusionOk="0">
                  <a:moveTo>
                    <a:pt x="0" y="1"/>
                  </a:moveTo>
                  <a:lnTo>
                    <a:pt x="167" y="239"/>
                  </a:lnTo>
                  <a:lnTo>
                    <a:pt x="333" y="1"/>
                  </a:lnTo>
                  <a:close/>
                </a:path>
              </a:pathLst>
            </a:custGeom>
            <a:solidFill>
              <a:srgbClr val="D7BD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52"/>
            <p:cNvSpPr/>
            <p:nvPr/>
          </p:nvSpPr>
          <p:spPr>
            <a:xfrm>
              <a:off x="4673200" y="1428275"/>
              <a:ext cx="136925" cy="1508250"/>
            </a:xfrm>
            <a:custGeom>
              <a:avLst/>
              <a:gdLst/>
              <a:ahLst/>
              <a:cxnLst/>
              <a:rect l="l" t="t" r="r" b="b"/>
              <a:pathLst>
                <a:path w="5477" h="60330" extrusionOk="0">
                  <a:moveTo>
                    <a:pt x="2739" y="1"/>
                  </a:moveTo>
                  <a:cubicBezTo>
                    <a:pt x="2739" y="1"/>
                    <a:pt x="0" y="16729"/>
                    <a:pt x="0" y="60330"/>
                  </a:cubicBezTo>
                  <a:lnTo>
                    <a:pt x="5477" y="60330"/>
                  </a:lnTo>
                  <a:cubicBezTo>
                    <a:pt x="5477" y="16717"/>
                    <a:pt x="2739" y="1"/>
                    <a:pt x="273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52"/>
            <p:cNvSpPr/>
            <p:nvPr/>
          </p:nvSpPr>
          <p:spPr>
            <a:xfrm>
              <a:off x="3702825" y="1771400"/>
              <a:ext cx="273275" cy="359375"/>
            </a:xfrm>
            <a:custGeom>
              <a:avLst/>
              <a:gdLst/>
              <a:ahLst/>
              <a:cxnLst/>
              <a:rect l="l" t="t" r="r" b="b"/>
              <a:pathLst>
                <a:path w="10931" h="14375" extrusionOk="0">
                  <a:moveTo>
                    <a:pt x="6305" y="1"/>
                  </a:moveTo>
                  <a:cubicBezTo>
                    <a:pt x="6007" y="1"/>
                    <a:pt x="5709" y="44"/>
                    <a:pt x="5418" y="135"/>
                  </a:cubicBezTo>
                  <a:lnTo>
                    <a:pt x="1" y="1694"/>
                  </a:lnTo>
                  <a:lnTo>
                    <a:pt x="429" y="3159"/>
                  </a:lnTo>
                  <a:lnTo>
                    <a:pt x="5847" y="1599"/>
                  </a:lnTo>
                  <a:cubicBezTo>
                    <a:pt x="5997" y="1557"/>
                    <a:pt x="6150" y="1536"/>
                    <a:pt x="6301" y="1536"/>
                  </a:cubicBezTo>
                  <a:cubicBezTo>
                    <a:pt x="6617" y="1536"/>
                    <a:pt x="6926" y="1628"/>
                    <a:pt x="7192" y="1813"/>
                  </a:cubicBezTo>
                  <a:cubicBezTo>
                    <a:pt x="7597" y="2063"/>
                    <a:pt x="7847" y="2492"/>
                    <a:pt x="7918" y="2956"/>
                  </a:cubicBezTo>
                  <a:lnTo>
                    <a:pt x="9407" y="14374"/>
                  </a:lnTo>
                  <a:lnTo>
                    <a:pt x="10931" y="14184"/>
                  </a:lnTo>
                  <a:lnTo>
                    <a:pt x="9419" y="2754"/>
                  </a:lnTo>
                  <a:cubicBezTo>
                    <a:pt x="9300" y="1837"/>
                    <a:pt x="8788" y="1028"/>
                    <a:pt x="8026" y="516"/>
                  </a:cubicBezTo>
                  <a:cubicBezTo>
                    <a:pt x="7507" y="181"/>
                    <a:pt x="6908" y="1"/>
                    <a:pt x="63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52"/>
            <p:cNvSpPr/>
            <p:nvPr/>
          </p:nvSpPr>
          <p:spPr>
            <a:xfrm>
              <a:off x="3668600" y="2002150"/>
              <a:ext cx="577175" cy="59575"/>
            </a:xfrm>
            <a:custGeom>
              <a:avLst/>
              <a:gdLst/>
              <a:ahLst/>
              <a:cxnLst/>
              <a:rect l="l" t="t" r="r" b="b"/>
              <a:pathLst>
                <a:path w="23087" h="2383" extrusionOk="0">
                  <a:moveTo>
                    <a:pt x="1" y="1"/>
                  </a:moveTo>
                  <a:lnTo>
                    <a:pt x="1" y="2382"/>
                  </a:lnTo>
                  <a:lnTo>
                    <a:pt x="23087" y="2382"/>
                  </a:lnTo>
                  <a:lnTo>
                    <a:pt x="2308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52"/>
            <p:cNvSpPr/>
            <p:nvPr/>
          </p:nvSpPr>
          <p:spPr>
            <a:xfrm>
              <a:off x="3678125" y="1989950"/>
              <a:ext cx="557525" cy="11950"/>
            </a:xfrm>
            <a:custGeom>
              <a:avLst/>
              <a:gdLst/>
              <a:ahLst/>
              <a:cxnLst/>
              <a:rect l="l" t="t" r="r" b="b"/>
              <a:pathLst>
                <a:path w="22301" h="478" extrusionOk="0">
                  <a:moveTo>
                    <a:pt x="1" y="1"/>
                  </a:moveTo>
                  <a:lnTo>
                    <a:pt x="1" y="477"/>
                  </a:lnTo>
                  <a:lnTo>
                    <a:pt x="22301" y="477"/>
                  </a:lnTo>
                  <a:lnTo>
                    <a:pt x="22301" y="1"/>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52"/>
            <p:cNvSpPr/>
            <p:nvPr/>
          </p:nvSpPr>
          <p:spPr>
            <a:xfrm>
              <a:off x="3678425" y="2061400"/>
              <a:ext cx="557225" cy="875125"/>
            </a:xfrm>
            <a:custGeom>
              <a:avLst/>
              <a:gdLst/>
              <a:ahLst/>
              <a:cxnLst/>
              <a:rect l="l" t="t" r="r" b="b"/>
              <a:pathLst>
                <a:path w="22289" h="35005" extrusionOk="0">
                  <a:moveTo>
                    <a:pt x="0" y="0"/>
                  </a:moveTo>
                  <a:lnTo>
                    <a:pt x="3989" y="35005"/>
                  </a:lnTo>
                  <a:lnTo>
                    <a:pt x="18300" y="35005"/>
                  </a:lnTo>
                  <a:lnTo>
                    <a:pt x="222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52"/>
            <p:cNvSpPr/>
            <p:nvPr/>
          </p:nvSpPr>
          <p:spPr>
            <a:xfrm>
              <a:off x="3301900" y="2832025"/>
              <a:ext cx="865600" cy="104500"/>
            </a:xfrm>
            <a:custGeom>
              <a:avLst/>
              <a:gdLst/>
              <a:ahLst/>
              <a:cxnLst/>
              <a:rect l="l" t="t" r="r" b="b"/>
              <a:pathLst>
                <a:path w="34624" h="4180" extrusionOk="0">
                  <a:moveTo>
                    <a:pt x="0" y="1"/>
                  </a:moveTo>
                  <a:cubicBezTo>
                    <a:pt x="0" y="1"/>
                    <a:pt x="655" y="2501"/>
                    <a:pt x="5751" y="4180"/>
                  </a:cubicBezTo>
                  <a:lnTo>
                    <a:pt x="28885" y="4180"/>
                  </a:lnTo>
                  <a:cubicBezTo>
                    <a:pt x="33969" y="2501"/>
                    <a:pt x="34623" y="1"/>
                    <a:pt x="346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52"/>
            <p:cNvSpPr/>
            <p:nvPr/>
          </p:nvSpPr>
          <p:spPr>
            <a:xfrm>
              <a:off x="3406075" y="2318575"/>
              <a:ext cx="658425" cy="268800"/>
            </a:xfrm>
            <a:custGeom>
              <a:avLst/>
              <a:gdLst/>
              <a:ahLst/>
              <a:cxnLst/>
              <a:rect l="l" t="t" r="r" b="b"/>
              <a:pathLst>
                <a:path w="26337" h="10752" extrusionOk="0">
                  <a:moveTo>
                    <a:pt x="12883" y="0"/>
                  </a:moveTo>
                  <a:cubicBezTo>
                    <a:pt x="6275" y="0"/>
                    <a:pt x="679" y="4537"/>
                    <a:pt x="24" y="10537"/>
                  </a:cubicBezTo>
                  <a:cubicBezTo>
                    <a:pt x="0" y="10668"/>
                    <a:pt x="0" y="10752"/>
                    <a:pt x="0" y="10752"/>
                  </a:cubicBezTo>
                  <a:lnTo>
                    <a:pt x="26337" y="10752"/>
                  </a:lnTo>
                  <a:cubicBezTo>
                    <a:pt x="26337" y="10752"/>
                    <a:pt x="26337" y="10668"/>
                    <a:pt x="26325" y="10537"/>
                  </a:cubicBezTo>
                  <a:cubicBezTo>
                    <a:pt x="25670" y="4537"/>
                    <a:pt x="20086" y="0"/>
                    <a:pt x="134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52"/>
            <p:cNvSpPr/>
            <p:nvPr/>
          </p:nvSpPr>
          <p:spPr>
            <a:xfrm>
              <a:off x="3391175" y="2775775"/>
              <a:ext cx="688225" cy="56575"/>
            </a:xfrm>
            <a:custGeom>
              <a:avLst/>
              <a:gdLst/>
              <a:ahLst/>
              <a:cxnLst/>
              <a:rect l="l" t="t" r="r" b="b"/>
              <a:pathLst>
                <a:path w="27529" h="2263" extrusionOk="0">
                  <a:moveTo>
                    <a:pt x="739" y="0"/>
                  </a:moveTo>
                  <a:cubicBezTo>
                    <a:pt x="739" y="0"/>
                    <a:pt x="1" y="1048"/>
                    <a:pt x="1049" y="2262"/>
                  </a:cubicBezTo>
                  <a:lnTo>
                    <a:pt x="26492" y="2262"/>
                  </a:lnTo>
                  <a:cubicBezTo>
                    <a:pt x="27528" y="1036"/>
                    <a:pt x="26790" y="0"/>
                    <a:pt x="267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52"/>
            <p:cNvSpPr/>
            <p:nvPr/>
          </p:nvSpPr>
          <p:spPr>
            <a:xfrm>
              <a:off x="3402800" y="2640325"/>
              <a:ext cx="664375" cy="114625"/>
            </a:xfrm>
            <a:custGeom>
              <a:avLst/>
              <a:gdLst/>
              <a:ahLst/>
              <a:cxnLst/>
              <a:rect l="l" t="t" r="r" b="b"/>
              <a:pathLst>
                <a:path w="26575" h="4585" extrusionOk="0">
                  <a:moveTo>
                    <a:pt x="334" y="1"/>
                  </a:moveTo>
                  <a:cubicBezTo>
                    <a:pt x="155" y="1"/>
                    <a:pt x="0" y="156"/>
                    <a:pt x="0" y="334"/>
                  </a:cubicBezTo>
                  <a:lnTo>
                    <a:pt x="0" y="4263"/>
                  </a:lnTo>
                  <a:cubicBezTo>
                    <a:pt x="12" y="4442"/>
                    <a:pt x="155" y="4585"/>
                    <a:pt x="334" y="4585"/>
                  </a:cubicBezTo>
                  <a:lnTo>
                    <a:pt x="26242" y="4585"/>
                  </a:lnTo>
                  <a:cubicBezTo>
                    <a:pt x="26420" y="4585"/>
                    <a:pt x="26575" y="4442"/>
                    <a:pt x="26575" y="4263"/>
                  </a:cubicBezTo>
                  <a:lnTo>
                    <a:pt x="26575" y="334"/>
                  </a:lnTo>
                  <a:cubicBezTo>
                    <a:pt x="26575" y="156"/>
                    <a:pt x="26420" y="1"/>
                    <a:pt x="2624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52"/>
            <p:cNvSpPr/>
            <p:nvPr/>
          </p:nvSpPr>
          <p:spPr>
            <a:xfrm>
              <a:off x="3406075" y="2752550"/>
              <a:ext cx="658425" cy="23250"/>
            </a:xfrm>
            <a:custGeom>
              <a:avLst/>
              <a:gdLst/>
              <a:ahLst/>
              <a:cxnLst/>
              <a:rect l="l" t="t" r="r" b="b"/>
              <a:pathLst>
                <a:path w="26337" h="930" extrusionOk="0">
                  <a:moveTo>
                    <a:pt x="0" y="1"/>
                  </a:moveTo>
                  <a:lnTo>
                    <a:pt x="0" y="929"/>
                  </a:lnTo>
                  <a:lnTo>
                    <a:pt x="26337" y="929"/>
                  </a:lnTo>
                  <a:lnTo>
                    <a:pt x="2633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52"/>
            <p:cNvSpPr/>
            <p:nvPr/>
          </p:nvSpPr>
          <p:spPr>
            <a:xfrm>
              <a:off x="3406075" y="2587050"/>
              <a:ext cx="658425" cy="23550"/>
            </a:xfrm>
            <a:custGeom>
              <a:avLst/>
              <a:gdLst/>
              <a:ahLst/>
              <a:cxnLst/>
              <a:rect l="l" t="t" r="r" b="b"/>
              <a:pathLst>
                <a:path w="26337" h="942" extrusionOk="0">
                  <a:moveTo>
                    <a:pt x="0" y="1"/>
                  </a:moveTo>
                  <a:lnTo>
                    <a:pt x="0" y="941"/>
                  </a:lnTo>
                  <a:lnTo>
                    <a:pt x="26337" y="941"/>
                  </a:lnTo>
                  <a:lnTo>
                    <a:pt x="2633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52"/>
            <p:cNvSpPr/>
            <p:nvPr/>
          </p:nvSpPr>
          <p:spPr>
            <a:xfrm>
              <a:off x="3397725" y="2610575"/>
              <a:ext cx="675125" cy="29775"/>
            </a:xfrm>
            <a:custGeom>
              <a:avLst/>
              <a:gdLst/>
              <a:ahLst/>
              <a:cxnLst/>
              <a:rect l="l" t="t" r="r" b="b"/>
              <a:pathLst>
                <a:path w="27005" h="1191" extrusionOk="0">
                  <a:moveTo>
                    <a:pt x="1" y="0"/>
                  </a:moveTo>
                  <a:lnTo>
                    <a:pt x="1" y="1191"/>
                  </a:lnTo>
                  <a:lnTo>
                    <a:pt x="27004" y="1191"/>
                  </a:lnTo>
                  <a:lnTo>
                    <a:pt x="270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52"/>
            <p:cNvSpPr/>
            <p:nvPr/>
          </p:nvSpPr>
          <p:spPr>
            <a:xfrm>
              <a:off x="3310500" y="2550075"/>
              <a:ext cx="850600" cy="125775"/>
            </a:xfrm>
            <a:custGeom>
              <a:avLst/>
              <a:gdLst/>
              <a:ahLst/>
              <a:cxnLst/>
              <a:rect l="l" t="t" r="r" b="b"/>
              <a:pathLst>
                <a:path w="34024" h="5031" extrusionOk="0">
                  <a:moveTo>
                    <a:pt x="5049" y="0"/>
                  </a:moveTo>
                  <a:cubicBezTo>
                    <a:pt x="5029" y="0"/>
                    <a:pt x="5010" y="1"/>
                    <a:pt x="4990" y="3"/>
                  </a:cubicBezTo>
                  <a:cubicBezTo>
                    <a:pt x="4085" y="87"/>
                    <a:pt x="4502" y="2051"/>
                    <a:pt x="4502" y="2051"/>
                  </a:cubicBezTo>
                  <a:cubicBezTo>
                    <a:pt x="4502" y="2051"/>
                    <a:pt x="3657" y="849"/>
                    <a:pt x="2549" y="718"/>
                  </a:cubicBezTo>
                  <a:cubicBezTo>
                    <a:pt x="2488" y="710"/>
                    <a:pt x="2428" y="707"/>
                    <a:pt x="2368" y="707"/>
                  </a:cubicBezTo>
                  <a:cubicBezTo>
                    <a:pt x="983" y="707"/>
                    <a:pt x="1" y="2631"/>
                    <a:pt x="1644" y="3659"/>
                  </a:cubicBezTo>
                  <a:cubicBezTo>
                    <a:pt x="2293" y="4064"/>
                    <a:pt x="2876" y="4190"/>
                    <a:pt x="3352" y="4190"/>
                  </a:cubicBezTo>
                  <a:cubicBezTo>
                    <a:pt x="4133" y="4190"/>
                    <a:pt x="4621" y="3849"/>
                    <a:pt x="4621" y="3849"/>
                  </a:cubicBezTo>
                  <a:cubicBezTo>
                    <a:pt x="4621" y="3849"/>
                    <a:pt x="4788" y="4706"/>
                    <a:pt x="6181" y="5004"/>
                  </a:cubicBezTo>
                  <a:cubicBezTo>
                    <a:pt x="6265" y="5022"/>
                    <a:pt x="6349" y="5030"/>
                    <a:pt x="6430" y="5030"/>
                  </a:cubicBezTo>
                  <a:cubicBezTo>
                    <a:pt x="7704" y="5030"/>
                    <a:pt x="8598" y="2980"/>
                    <a:pt x="8598" y="2980"/>
                  </a:cubicBezTo>
                  <a:cubicBezTo>
                    <a:pt x="8598" y="2980"/>
                    <a:pt x="9110" y="4182"/>
                    <a:pt x="10538" y="4778"/>
                  </a:cubicBezTo>
                  <a:cubicBezTo>
                    <a:pt x="10818" y="4893"/>
                    <a:pt x="11077" y="4940"/>
                    <a:pt x="11313" y="4940"/>
                  </a:cubicBezTo>
                  <a:cubicBezTo>
                    <a:pt x="12296" y="4940"/>
                    <a:pt x="12884" y="4135"/>
                    <a:pt x="12884" y="4135"/>
                  </a:cubicBezTo>
                  <a:cubicBezTo>
                    <a:pt x="13405" y="4341"/>
                    <a:pt x="13904" y="4420"/>
                    <a:pt x="14363" y="4420"/>
                  </a:cubicBezTo>
                  <a:cubicBezTo>
                    <a:pt x="15864" y="4420"/>
                    <a:pt x="16932" y="3575"/>
                    <a:pt x="16932" y="3575"/>
                  </a:cubicBezTo>
                  <a:cubicBezTo>
                    <a:pt x="16932" y="3575"/>
                    <a:pt x="17637" y="3901"/>
                    <a:pt x="18480" y="3901"/>
                  </a:cubicBezTo>
                  <a:cubicBezTo>
                    <a:pt x="19174" y="3901"/>
                    <a:pt x="19963" y="3680"/>
                    <a:pt x="20528" y="2873"/>
                  </a:cubicBezTo>
                  <a:cubicBezTo>
                    <a:pt x="21094" y="3931"/>
                    <a:pt x="21813" y="4225"/>
                    <a:pt x="22437" y="4225"/>
                  </a:cubicBezTo>
                  <a:cubicBezTo>
                    <a:pt x="23217" y="4225"/>
                    <a:pt x="23850" y="3766"/>
                    <a:pt x="23850" y="3766"/>
                  </a:cubicBezTo>
                  <a:cubicBezTo>
                    <a:pt x="23850" y="3766"/>
                    <a:pt x="24246" y="4133"/>
                    <a:pt x="24920" y="4133"/>
                  </a:cubicBezTo>
                  <a:cubicBezTo>
                    <a:pt x="25531" y="4133"/>
                    <a:pt x="26371" y="3831"/>
                    <a:pt x="27350" y="2682"/>
                  </a:cubicBezTo>
                  <a:cubicBezTo>
                    <a:pt x="28064" y="3826"/>
                    <a:pt x="28905" y="4258"/>
                    <a:pt x="29719" y="4258"/>
                  </a:cubicBezTo>
                  <a:cubicBezTo>
                    <a:pt x="31975" y="4258"/>
                    <a:pt x="34023" y="944"/>
                    <a:pt x="32589" y="253"/>
                  </a:cubicBezTo>
                  <a:cubicBezTo>
                    <a:pt x="32237" y="85"/>
                    <a:pt x="31911" y="16"/>
                    <a:pt x="31614" y="16"/>
                  </a:cubicBezTo>
                  <a:cubicBezTo>
                    <a:pt x="30251" y="16"/>
                    <a:pt x="29481" y="1468"/>
                    <a:pt x="29481" y="1468"/>
                  </a:cubicBezTo>
                  <a:cubicBezTo>
                    <a:pt x="28909" y="877"/>
                    <a:pt x="28227" y="659"/>
                    <a:pt x="27534" y="659"/>
                  </a:cubicBezTo>
                  <a:cubicBezTo>
                    <a:pt x="25601" y="659"/>
                    <a:pt x="23576" y="2349"/>
                    <a:pt x="23576" y="2349"/>
                  </a:cubicBezTo>
                  <a:cubicBezTo>
                    <a:pt x="23576" y="2349"/>
                    <a:pt x="24528" y="658"/>
                    <a:pt x="22826" y="241"/>
                  </a:cubicBezTo>
                  <a:cubicBezTo>
                    <a:pt x="22683" y="205"/>
                    <a:pt x="22539" y="188"/>
                    <a:pt x="22394" y="188"/>
                  </a:cubicBezTo>
                  <a:cubicBezTo>
                    <a:pt x="20800" y="188"/>
                    <a:pt x="19158" y="2230"/>
                    <a:pt x="19158" y="2230"/>
                  </a:cubicBezTo>
                  <a:cubicBezTo>
                    <a:pt x="19158" y="2230"/>
                    <a:pt x="18861" y="1170"/>
                    <a:pt x="17432" y="956"/>
                  </a:cubicBezTo>
                  <a:cubicBezTo>
                    <a:pt x="17341" y="941"/>
                    <a:pt x="17252" y="935"/>
                    <a:pt x="17164" y="935"/>
                  </a:cubicBezTo>
                  <a:cubicBezTo>
                    <a:pt x="15871" y="935"/>
                    <a:pt x="14932" y="2396"/>
                    <a:pt x="14932" y="2396"/>
                  </a:cubicBezTo>
                  <a:cubicBezTo>
                    <a:pt x="14932" y="2396"/>
                    <a:pt x="14515" y="1396"/>
                    <a:pt x="13146" y="1396"/>
                  </a:cubicBezTo>
                  <a:cubicBezTo>
                    <a:pt x="11777" y="1396"/>
                    <a:pt x="11157" y="2396"/>
                    <a:pt x="11157" y="2396"/>
                  </a:cubicBezTo>
                  <a:cubicBezTo>
                    <a:pt x="11157" y="2396"/>
                    <a:pt x="10503" y="634"/>
                    <a:pt x="8860" y="420"/>
                  </a:cubicBezTo>
                  <a:cubicBezTo>
                    <a:pt x="8765" y="407"/>
                    <a:pt x="8674" y="401"/>
                    <a:pt x="8588" y="401"/>
                  </a:cubicBezTo>
                  <a:cubicBezTo>
                    <a:pt x="7171" y="401"/>
                    <a:pt x="6907" y="2051"/>
                    <a:pt x="6907" y="2051"/>
                  </a:cubicBezTo>
                  <a:cubicBezTo>
                    <a:pt x="6907" y="2051"/>
                    <a:pt x="5938" y="0"/>
                    <a:pt x="504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52"/>
            <p:cNvSpPr/>
            <p:nvPr/>
          </p:nvSpPr>
          <p:spPr>
            <a:xfrm>
              <a:off x="3666525" y="2393550"/>
              <a:ext cx="29775" cy="36575"/>
            </a:xfrm>
            <a:custGeom>
              <a:avLst/>
              <a:gdLst/>
              <a:ahLst/>
              <a:cxnLst/>
              <a:rect l="l" t="t" r="r" b="b"/>
              <a:pathLst>
                <a:path w="1191" h="1463" extrusionOk="0">
                  <a:moveTo>
                    <a:pt x="979" y="0"/>
                  </a:moveTo>
                  <a:cubicBezTo>
                    <a:pt x="835" y="0"/>
                    <a:pt x="603" y="173"/>
                    <a:pt x="393" y="466"/>
                  </a:cubicBezTo>
                  <a:cubicBezTo>
                    <a:pt x="131" y="847"/>
                    <a:pt x="0" y="1264"/>
                    <a:pt x="95" y="1407"/>
                  </a:cubicBezTo>
                  <a:cubicBezTo>
                    <a:pt x="121" y="1444"/>
                    <a:pt x="159" y="1462"/>
                    <a:pt x="206" y="1462"/>
                  </a:cubicBezTo>
                  <a:cubicBezTo>
                    <a:pt x="351" y="1462"/>
                    <a:pt x="579" y="1287"/>
                    <a:pt x="786" y="990"/>
                  </a:cubicBezTo>
                  <a:cubicBezTo>
                    <a:pt x="1048" y="621"/>
                    <a:pt x="1191" y="204"/>
                    <a:pt x="1084" y="49"/>
                  </a:cubicBezTo>
                  <a:cubicBezTo>
                    <a:pt x="1059" y="16"/>
                    <a:pt x="1023" y="0"/>
                    <a:pt x="97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52"/>
            <p:cNvSpPr/>
            <p:nvPr/>
          </p:nvSpPr>
          <p:spPr>
            <a:xfrm>
              <a:off x="3774275" y="2343675"/>
              <a:ext cx="29775" cy="36400"/>
            </a:xfrm>
            <a:custGeom>
              <a:avLst/>
              <a:gdLst/>
              <a:ahLst/>
              <a:cxnLst/>
              <a:rect l="l" t="t" r="r" b="b"/>
              <a:pathLst>
                <a:path w="1191" h="1456" extrusionOk="0">
                  <a:moveTo>
                    <a:pt x="218" y="0"/>
                  </a:moveTo>
                  <a:cubicBezTo>
                    <a:pt x="171" y="0"/>
                    <a:pt x="133" y="18"/>
                    <a:pt x="107" y="56"/>
                  </a:cubicBezTo>
                  <a:cubicBezTo>
                    <a:pt x="0" y="199"/>
                    <a:pt x="131" y="616"/>
                    <a:pt x="405" y="997"/>
                  </a:cubicBezTo>
                  <a:cubicBezTo>
                    <a:pt x="609" y="1284"/>
                    <a:pt x="849" y="1456"/>
                    <a:pt x="991" y="1456"/>
                  </a:cubicBezTo>
                  <a:cubicBezTo>
                    <a:pt x="1031" y="1456"/>
                    <a:pt x="1063" y="1442"/>
                    <a:pt x="1084" y="1413"/>
                  </a:cubicBezTo>
                  <a:cubicBezTo>
                    <a:pt x="1191" y="1258"/>
                    <a:pt x="1060" y="842"/>
                    <a:pt x="786" y="473"/>
                  </a:cubicBezTo>
                  <a:cubicBezTo>
                    <a:pt x="588" y="175"/>
                    <a:pt x="362" y="0"/>
                    <a:pt x="2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52"/>
            <p:cNvSpPr/>
            <p:nvPr/>
          </p:nvSpPr>
          <p:spPr>
            <a:xfrm>
              <a:off x="3670100" y="2340550"/>
              <a:ext cx="35725" cy="20950"/>
            </a:xfrm>
            <a:custGeom>
              <a:avLst/>
              <a:gdLst/>
              <a:ahLst/>
              <a:cxnLst/>
              <a:rect l="l" t="t" r="r" b="b"/>
              <a:pathLst>
                <a:path w="1429" h="838" extrusionOk="0">
                  <a:moveTo>
                    <a:pt x="993" y="1"/>
                  </a:moveTo>
                  <a:cubicBezTo>
                    <a:pt x="891" y="1"/>
                    <a:pt x="777" y="17"/>
                    <a:pt x="655" y="50"/>
                  </a:cubicBezTo>
                  <a:cubicBezTo>
                    <a:pt x="286" y="145"/>
                    <a:pt x="0" y="407"/>
                    <a:pt x="36" y="610"/>
                  </a:cubicBezTo>
                  <a:cubicBezTo>
                    <a:pt x="52" y="758"/>
                    <a:pt x="216" y="837"/>
                    <a:pt x="442" y="837"/>
                  </a:cubicBezTo>
                  <a:cubicBezTo>
                    <a:pt x="543" y="837"/>
                    <a:pt x="656" y="821"/>
                    <a:pt x="774" y="788"/>
                  </a:cubicBezTo>
                  <a:cubicBezTo>
                    <a:pt x="1143" y="681"/>
                    <a:pt x="1429" y="431"/>
                    <a:pt x="1405" y="229"/>
                  </a:cubicBezTo>
                  <a:cubicBezTo>
                    <a:pt x="1380" y="81"/>
                    <a:pt x="1219" y="1"/>
                    <a:pt x="99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52"/>
            <p:cNvSpPr/>
            <p:nvPr/>
          </p:nvSpPr>
          <p:spPr>
            <a:xfrm>
              <a:off x="3740050" y="2417225"/>
              <a:ext cx="29775" cy="36075"/>
            </a:xfrm>
            <a:custGeom>
              <a:avLst/>
              <a:gdLst/>
              <a:ahLst/>
              <a:cxnLst/>
              <a:rect l="l" t="t" r="r" b="b"/>
              <a:pathLst>
                <a:path w="1191" h="1443" extrusionOk="0">
                  <a:moveTo>
                    <a:pt x="205" y="0"/>
                  </a:moveTo>
                  <a:cubicBezTo>
                    <a:pt x="164" y="0"/>
                    <a:pt x="131" y="14"/>
                    <a:pt x="107" y="43"/>
                  </a:cubicBezTo>
                  <a:cubicBezTo>
                    <a:pt x="0" y="198"/>
                    <a:pt x="131" y="614"/>
                    <a:pt x="405" y="983"/>
                  </a:cubicBezTo>
                  <a:cubicBezTo>
                    <a:pt x="609" y="1271"/>
                    <a:pt x="849" y="1443"/>
                    <a:pt x="990" y="1443"/>
                  </a:cubicBezTo>
                  <a:cubicBezTo>
                    <a:pt x="1030" y="1443"/>
                    <a:pt x="1062" y="1429"/>
                    <a:pt x="1084" y="1400"/>
                  </a:cubicBezTo>
                  <a:cubicBezTo>
                    <a:pt x="1191" y="1245"/>
                    <a:pt x="1060" y="829"/>
                    <a:pt x="786" y="460"/>
                  </a:cubicBezTo>
                  <a:cubicBezTo>
                    <a:pt x="582" y="172"/>
                    <a:pt x="349" y="0"/>
                    <a:pt x="20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52"/>
            <p:cNvSpPr/>
            <p:nvPr/>
          </p:nvSpPr>
          <p:spPr>
            <a:xfrm>
              <a:off x="3853450" y="2369150"/>
              <a:ext cx="35150" cy="19100"/>
            </a:xfrm>
            <a:custGeom>
              <a:avLst/>
              <a:gdLst/>
              <a:ahLst/>
              <a:cxnLst/>
              <a:rect l="l" t="t" r="r" b="b"/>
              <a:pathLst>
                <a:path w="1406" h="764" extrusionOk="0">
                  <a:moveTo>
                    <a:pt x="664" y="1"/>
                  </a:moveTo>
                  <a:cubicBezTo>
                    <a:pt x="300" y="1"/>
                    <a:pt x="0" y="163"/>
                    <a:pt x="0" y="359"/>
                  </a:cubicBezTo>
                  <a:cubicBezTo>
                    <a:pt x="0" y="561"/>
                    <a:pt x="322" y="751"/>
                    <a:pt x="703" y="763"/>
                  </a:cubicBezTo>
                  <a:cubicBezTo>
                    <a:pt x="716" y="764"/>
                    <a:pt x="729" y="764"/>
                    <a:pt x="742" y="764"/>
                  </a:cubicBezTo>
                  <a:cubicBezTo>
                    <a:pt x="1116" y="764"/>
                    <a:pt x="1405" y="602"/>
                    <a:pt x="1405" y="406"/>
                  </a:cubicBezTo>
                  <a:cubicBezTo>
                    <a:pt x="1405" y="192"/>
                    <a:pt x="1096" y="13"/>
                    <a:pt x="703" y="1"/>
                  </a:cubicBezTo>
                  <a:cubicBezTo>
                    <a:pt x="690" y="1"/>
                    <a:pt x="677" y="1"/>
                    <a:pt x="6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52"/>
            <p:cNvSpPr/>
            <p:nvPr/>
          </p:nvSpPr>
          <p:spPr>
            <a:xfrm>
              <a:off x="3511725" y="2425700"/>
              <a:ext cx="34850" cy="19125"/>
            </a:xfrm>
            <a:custGeom>
              <a:avLst/>
              <a:gdLst/>
              <a:ahLst/>
              <a:cxnLst/>
              <a:rect l="l" t="t" r="r" b="b"/>
              <a:pathLst>
                <a:path w="1394" h="765" extrusionOk="0">
                  <a:moveTo>
                    <a:pt x="653" y="1"/>
                  </a:moveTo>
                  <a:cubicBezTo>
                    <a:pt x="290" y="1"/>
                    <a:pt x="1" y="163"/>
                    <a:pt x="1" y="359"/>
                  </a:cubicBezTo>
                  <a:cubicBezTo>
                    <a:pt x="1" y="573"/>
                    <a:pt x="311" y="752"/>
                    <a:pt x="692" y="764"/>
                  </a:cubicBezTo>
                  <a:cubicBezTo>
                    <a:pt x="705" y="764"/>
                    <a:pt x="718" y="764"/>
                    <a:pt x="731" y="764"/>
                  </a:cubicBezTo>
                  <a:cubicBezTo>
                    <a:pt x="1105" y="764"/>
                    <a:pt x="1394" y="602"/>
                    <a:pt x="1394" y="406"/>
                  </a:cubicBezTo>
                  <a:cubicBezTo>
                    <a:pt x="1394" y="192"/>
                    <a:pt x="1084" y="13"/>
                    <a:pt x="692" y="2"/>
                  </a:cubicBezTo>
                  <a:cubicBezTo>
                    <a:pt x="679" y="1"/>
                    <a:pt x="666" y="1"/>
                    <a:pt x="6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52"/>
            <p:cNvSpPr/>
            <p:nvPr/>
          </p:nvSpPr>
          <p:spPr>
            <a:xfrm>
              <a:off x="3903450" y="2420600"/>
              <a:ext cx="34850" cy="18900"/>
            </a:xfrm>
            <a:custGeom>
              <a:avLst/>
              <a:gdLst/>
              <a:ahLst/>
              <a:cxnLst/>
              <a:rect l="l" t="t" r="r" b="b"/>
              <a:pathLst>
                <a:path w="1394" h="756" extrusionOk="0">
                  <a:moveTo>
                    <a:pt x="629" y="1"/>
                  </a:moveTo>
                  <a:cubicBezTo>
                    <a:pt x="272" y="1"/>
                    <a:pt x="1" y="160"/>
                    <a:pt x="1" y="360"/>
                  </a:cubicBezTo>
                  <a:cubicBezTo>
                    <a:pt x="1" y="563"/>
                    <a:pt x="310" y="741"/>
                    <a:pt x="703" y="753"/>
                  </a:cubicBezTo>
                  <a:cubicBezTo>
                    <a:pt x="727" y="755"/>
                    <a:pt x="752" y="755"/>
                    <a:pt x="775" y="755"/>
                  </a:cubicBezTo>
                  <a:cubicBezTo>
                    <a:pt x="1122" y="755"/>
                    <a:pt x="1394" y="597"/>
                    <a:pt x="1394" y="396"/>
                  </a:cubicBezTo>
                  <a:cubicBezTo>
                    <a:pt x="1394" y="194"/>
                    <a:pt x="1084" y="15"/>
                    <a:pt x="703" y="3"/>
                  </a:cubicBezTo>
                  <a:cubicBezTo>
                    <a:pt x="678" y="2"/>
                    <a:pt x="653" y="1"/>
                    <a:pt x="62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52"/>
            <p:cNvSpPr/>
            <p:nvPr/>
          </p:nvSpPr>
          <p:spPr>
            <a:xfrm>
              <a:off x="3594475" y="2369150"/>
              <a:ext cx="35150" cy="19100"/>
            </a:xfrm>
            <a:custGeom>
              <a:avLst/>
              <a:gdLst/>
              <a:ahLst/>
              <a:cxnLst/>
              <a:rect l="l" t="t" r="r" b="b"/>
              <a:pathLst>
                <a:path w="1406" h="764" extrusionOk="0">
                  <a:moveTo>
                    <a:pt x="665" y="1"/>
                  </a:moveTo>
                  <a:cubicBezTo>
                    <a:pt x="301" y="1"/>
                    <a:pt x="1" y="163"/>
                    <a:pt x="1" y="359"/>
                  </a:cubicBezTo>
                  <a:cubicBezTo>
                    <a:pt x="1" y="561"/>
                    <a:pt x="322" y="751"/>
                    <a:pt x="703" y="763"/>
                  </a:cubicBezTo>
                  <a:cubicBezTo>
                    <a:pt x="716" y="764"/>
                    <a:pt x="728" y="764"/>
                    <a:pt x="741" y="764"/>
                  </a:cubicBezTo>
                  <a:cubicBezTo>
                    <a:pt x="1095" y="764"/>
                    <a:pt x="1406" y="602"/>
                    <a:pt x="1406" y="406"/>
                  </a:cubicBezTo>
                  <a:cubicBezTo>
                    <a:pt x="1406" y="192"/>
                    <a:pt x="1096" y="13"/>
                    <a:pt x="703" y="1"/>
                  </a:cubicBezTo>
                  <a:cubicBezTo>
                    <a:pt x="690" y="1"/>
                    <a:pt x="678" y="1"/>
                    <a:pt x="6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52"/>
            <p:cNvSpPr/>
            <p:nvPr/>
          </p:nvSpPr>
          <p:spPr>
            <a:xfrm>
              <a:off x="3841250" y="2411825"/>
              <a:ext cx="30075" cy="36450"/>
            </a:xfrm>
            <a:custGeom>
              <a:avLst/>
              <a:gdLst/>
              <a:ahLst/>
              <a:cxnLst/>
              <a:rect l="l" t="t" r="r" b="b"/>
              <a:pathLst>
                <a:path w="1203" h="1458" extrusionOk="0">
                  <a:moveTo>
                    <a:pt x="978" y="1"/>
                  </a:moveTo>
                  <a:cubicBezTo>
                    <a:pt x="836" y="1"/>
                    <a:pt x="603" y="176"/>
                    <a:pt x="405" y="473"/>
                  </a:cubicBezTo>
                  <a:cubicBezTo>
                    <a:pt x="131" y="842"/>
                    <a:pt x="0" y="1259"/>
                    <a:pt x="107" y="1402"/>
                  </a:cubicBezTo>
                  <a:cubicBezTo>
                    <a:pt x="133" y="1439"/>
                    <a:pt x="171" y="1457"/>
                    <a:pt x="218" y="1457"/>
                  </a:cubicBezTo>
                  <a:cubicBezTo>
                    <a:pt x="362" y="1457"/>
                    <a:pt x="588" y="1283"/>
                    <a:pt x="786" y="985"/>
                  </a:cubicBezTo>
                  <a:cubicBezTo>
                    <a:pt x="1072" y="628"/>
                    <a:pt x="1203" y="199"/>
                    <a:pt x="1084" y="56"/>
                  </a:cubicBezTo>
                  <a:cubicBezTo>
                    <a:pt x="1061" y="19"/>
                    <a:pt x="1024" y="1"/>
                    <a:pt x="9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52"/>
            <p:cNvSpPr/>
            <p:nvPr/>
          </p:nvSpPr>
          <p:spPr>
            <a:xfrm>
              <a:off x="3591500" y="2427100"/>
              <a:ext cx="33675" cy="30975"/>
            </a:xfrm>
            <a:custGeom>
              <a:avLst/>
              <a:gdLst/>
              <a:ahLst/>
              <a:cxnLst/>
              <a:rect l="l" t="t" r="r" b="b"/>
              <a:pathLst>
                <a:path w="1347" h="1239" extrusionOk="0">
                  <a:moveTo>
                    <a:pt x="243" y="0"/>
                  </a:moveTo>
                  <a:cubicBezTo>
                    <a:pt x="172" y="0"/>
                    <a:pt x="120" y="25"/>
                    <a:pt x="96" y="76"/>
                  </a:cubicBezTo>
                  <a:cubicBezTo>
                    <a:pt x="1" y="255"/>
                    <a:pt x="203" y="636"/>
                    <a:pt x="525" y="934"/>
                  </a:cubicBezTo>
                  <a:cubicBezTo>
                    <a:pt x="729" y="1130"/>
                    <a:pt x="948" y="1238"/>
                    <a:pt x="1094" y="1238"/>
                  </a:cubicBezTo>
                  <a:cubicBezTo>
                    <a:pt x="1170" y="1238"/>
                    <a:pt x="1227" y="1209"/>
                    <a:pt x="1251" y="1148"/>
                  </a:cubicBezTo>
                  <a:cubicBezTo>
                    <a:pt x="1346" y="969"/>
                    <a:pt x="1156" y="600"/>
                    <a:pt x="822" y="303"/>
                  </a:cubicBezTo>
                  <a:cubicBezTo>
                    <a:pt x="607" y="103"/>
                    <a:pt x="387" y="0"/>
                    <a:pt x="2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52"/>
            <p:cNvSpPr/>
            <p:nvPr/>
          </p:nvSpPr>
          <p:spPr>
            <a:xfrm>
              <a:off x="4480000" y="2291775"/>
              <a:ext cx="165225" cy="197375"/>
            </a:xfrm>
            <a:custGeom>
              <a:avLst/>
              <a:gdLst/>
              <a:ahLst/>
              <a:cxnLst/>
              <a:rect l="l" t="t" r="r" b="b"/>
              <a:pathLst>
                <a:path w="6609" h="7895" extrusionOk="0">
                  <a:moveTo>
                    <a:pt x="1419" y="0"/>
                  </a:moveTo>
                  <a:cubicBezTo>
                    <a:pt x="1387" y="0"/>
                    <a:pt x="1370" y="1"/>
                    <a:pt x="1370" y="1"/>
                  </a:cubicBezTo>
                  <a:cubicBezTo>
                    <a:pt x="1" y="870"/>
                    <a:pt x="3716" y="3620"/>
                    <a:pt x="3716" y="7895"/>
                  </a:cubicBezTo>
                  <a:cubicBezTo>
                    <a:pt x="4728" y="7442"/>
                    <a:pt x="6609" y="5609"/>
                    <a:pt x="5418" y="2739"/>
                  </a:cubicBezTo>
                  <a:cubicBezTo>
                    <a:pt x="4308" y="101"/>
                    <a:pt x="1798" y="0"/>
                    <a:pt x="14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52"/>
            <p:cNvSpPr/>
            <p:nvPr/>
          </p:nvSpPr>
          <p:spPr>
            <a:xfrm>
              <a:off x="4041575" y="3007025"/>
              <a:ext cx="684925" cy="246425"/>
            </a:xfrm>
            <a:custGeom>
              <a:avLst/>
              <a:gdLst/>
              <a:ahLst/>
              <a:cxnLst/>
              <a:rect l="l" t="t" r="r" b="b"/>
              <a:pathLst>
                <a:path w="27397" h="9857" extrusionOk="0">
                  <a:moveTo>
                    <a:pt x="19722" y="0"/>
                  </a:moveTo>
                  <a:cubicBezTo>
                    <a:pt x="19171" y="0"/>
                    <a:pt x="18607" y="44"/>
                    <a:pt x="18038" y="144"/>
                  </a:cubicBezTo>
                  <a:cubicBezTo>
                    <a:pt x="14609" y="751"/>
                    <a:pt x="5715" y="3776"/>
                    <a:pt x="1762" y="5157"/>
                  </a:cubicBezTo>
                  <a:cubicBezTo>
                    <a:pt x="655" y="5550"/>
                    <a:pt x="0" y="6669"/>
                    <a:pt x="214" y="7776"/>
                  </a:cubicBezTo>
                  <a:cubicBezTo>
                    <a:pt x="428" y="8832"/>
                    <a:pt x="1383" y="9570"/>
                    <a:pt x="2481" y="9570"/>
                  </a:cubicBezTo>
                  <a:cubicBezTo>
                    <a:pt x="2546" y="9570"/>
                    <a:pt x="2612" y="9567"/>
                    <a:pt x="2679" y="9562"/>
                  </a:cubicBezTo>
                  <a:cubicBezTo>
                    <a:pt x="3269" y="9518"/>
                    <a:pt x="3922" y="9501"/>
                    <a:pt x="4620" y="9501"/>
                  </a:cubicBezTo>
                  <a:cubicBezTo>
                    <a:pt x="7734" y="9501"/>
                    <a:pt x="11722" y="9856"/>
                    <a:pt x="14788" y="9856"/>
                  </a:cubicBezTo>
                  <a:cubicBezTo>
                    <a:pt x="15903" y="9856"/>
                    <a:pt x="16896" y="9809"/>
                    <a:pt x="17681" y="9681"/>
                  </a:cubicBezTo>
                  <a:cubicBezTo>
                    <a:pt x="27396" y="8110"/>
                    <a:pt x="26670" y="2049"/>
                    <a:pt x="26670" y="2049"/>
                  </a:cubicBezTo>
                  <a:cubicBezTo>
                    <a:pt x="26670" y="2049"/>
                    <a:pt x="23497" y="0"/>
                    <a:pt x="1972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52"/>
            <p:cNvSpPr/>
            <p:nvPr/>
          </p:nvSpPr>
          <p:spPr>
            <a:xfrm>
              <a:off x="4044850" y="2618100"/>
              <a:ext cx="382400" cy="114950"/>
            </a:xfrm>
            <a:custGeom>
              <a:avLst/>
              <a:gdLst/>
              <a:ahLst/>
              <a:cxnLst/>
              <a:rect l="l" t="t" r="r" b="b"/>
              <a:pathLst>
                <a:path w="15296" h="4598" extrusionOk="0">
                  <a:moveTo>
                    <a:pt x="12261" y="1"/>
                  </a:moveTo>
                  <a:cubicBezTo>
                    <a:pt x="11961" y="1"/>
                    <a:pt x="11630" y="26"/>
                    <a:pt x="11263" y="80"/>
                  </a:cubicBezTo>
                  <a:cubicBezTo>
                    <a:pt x="7989" y="545"/>
                    <a:pt x="3143" y="1164"/>
                    <a:pt x="1143" y="1438"/>
                  </a:cubicBezTo>
                  <a:cubicBezTo>
                    <a:pt x="476" y="1545"/>
                    <a:pt x="0" y="2212"/>
                    <a:pt x="48" y="2985"/>
                  </a:cubicBezTo>
                  <a:cubicBezTo>
                    <a:pt x="83" y="3759"/>
                    <a:pt x="762" y="4569"/>
                    <a:pt x="1429" y="4581"/>
                  </a:cubicBezTo>
                  <a:cubicBezTo>
                    <a:pt x="1849" y="4593"/>
                    <a:pt x="2390" y="4598"/>
                    <a:pt x="3012" y="4598"/>
                  </a:cubicBezTo>
                  <a:cubicBezTo>
                    <a:pt x="4851" y="4598"/>
                    <a:pt x="7404" y="4557"/>
                    <a:pt x="9676" y="4557"/>
                  </a:cubicBezTo>
                  <a:cubicBezTo>
                    <a:pt x="10319" y="4557"/>
                    <a:pt x="10938" y="4561"/>
                    <a:pt x="11513" y="4569"/>
                  </a:cubicBezTo>
                  <a:cubicBezTo>
                    <a:pt x="11549" y="4569"/>
                    <a:pt x="11584" y="4570"/>
                    <a:pt x="11619" y="4570"/>
                  </a:cubicBezTo>
                  <a:cubicBezTo>
                    <a:pt x="15296" y="4570"/>
                    <a:pt x="15097" y="2104"/>
                    <a:pt x="15097" y="2104"/>
                  </a:cubicBezTo>
                  <a:cubicBezTo>
                    <a:pt x="15097" y="2104"/>
                    <a:pt x="15029" y="1"/>
                    <a:pt x="122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52"/>
            <p:cNvSpPr/>
            <p:nvPr/>
          </p:nvSpPr>
          <p:spPr>
            <a:xfrm>
              <a:off x="4749975" y="3147850"/>
              <a:ext cx="130100" cy="87625"/>
            </a:xfrm>
            <a:custGeom>
              <a:avLst/>
              <a:gdLst/>
              <a:ahLst/>
              <a:cxnLst/>
              <a:rect l="l" t="t" r="r" b="b"/>
              <a:pathLst>
                <a:path w="5204" h="3505" extrusionOk="0">
                  <a:moveTo>
                    <a:pt x="572" y="0"/>
                  </a:moveTo>
                  <a:lnTo>
                    <a:pt x="572" y="0"/>
                  </a:lnTo>
                  <a:cubicBezTo>
                    <a:pt x="1" y="822"/>
                    <a:pt x="203" y="1965"/>
                    <a:pt x="1049" y="2524"/>
                  </a:cubicBezTo>
                  <a:cubicBezTo>
                    <a:pt x="1394" y="2738"/>
                    <a:pt x="1763" y="2953"/>
                    <a:pt x="2108" y="3119"/>
                  </a:cubicBezTo>
                  <a:cubicBezTo>
                    <a:pt x="2575" y="3330"/>
                    <a:pt x="2907" y="3505"/>
                    <a:pt x="3048" y="3505"/>
                  </a:cubicBezTo>
                  <a:cubicBezTo>
                    <a:pt x="3090" y="3505"/>
                    <a:pt x="3115" y="3489"/>
                    <a:pt x="3120" y="3453"/>
                  </a:cubicBezTo>
                  <a:cubicBezTo>
                    <a:pt x="3168" y="3239"/>
                    <a:pt x="1763" y="2203"/>
                    <a:pt x="1763" y="2203"/>
                  </a:cubicBezTo>
                  <a:lnTo>
                    <a:pt x="1763" y="2203"/>
                  </a:lnTo>
                  <a:cubicBezTo>
                    <a:pt x="1763" y="2203"/>
                    <a:pt x="4159" y="3179"/>
                    <a:pt x="4674" y="3179"/>
                  </a:cubicBezTo>
                  <a:cubicBezTo>
                    <a:pt x="4719" y="3179"/>
                    <a:pt x="4750" y="3171"/>
                    <a:pt x="4763" y="3155"/>
                  </a:cubicBezTo>
                  <a:cubicBezTo>
                    <a:pt x="4918" y="2965"/>
                    <a:pt x="2799" y="1893"/>
                    <a:pt x="2799" y="1893"/>
                  </a:cubicBezTo>
                  <a:lnTo>
                    <a:pt x="2799" y="1893"/>
                  </a:lnTo>
                  <a:cubicBezTo>
                    <a:pt x="2799" y="1893"/>
                    <a:pt x="4496" y="2471"/>
                    <a:pt x="4990" y="2471"/>
                  </a:cubicBezTo>
                  <a:cubicBezTo>
                    <a:pt x="5063" y="2471"/>
                    <a:pt x="5110" y="2458"/>
                    <a:pt x="5121" y="2429"/>
                  </a:cubicBezTo>
                  <a:cubicBezTo>
                    <a:pt x="5204" y="2203"/>
                    <a:pt x="2883" y="1286"/>
                    <a:pt x="2882" y="1286"/>
                  </a:cubicBezTo>
                  <a:lnTo>
                    <a:pt x="2882" y="1286"/>
                  </a:lnTo>
                  <a:cubicBezTo>
                    <a:pt x="2883" y="1286"/>
                    <a:pt x="4330" y="1571"/>
                    <a:pt x="4909" y="1571"/>
                  </a:cubicBezTo>
                  <a:cubicBezTo>
                    <a:pt x="5050" y="1571"/>
                    <a:pt x="5140" y="1554"/>
                    <a:pt x="5144" y="1512"/>
                  </a:cubicBezTo>
                  <a:cubicBezTo>
                    <a:pt x="5192" y="1274"/>
                    <a:pt x="2978" y="703"/>
                    <a:pt x="2978" y="702"/>
                  </a:cubicBezTo>
                  <a:lnTo>
                    <a:pt x="2978" y="702"/>
                  </a:lnTo>
                  <a:cubicBezTo>
                    <a:pt x="2978" y="702"/>
                    <a:pt x="3239" y="714"/>
                    <a:pt x="3552" y="714"/>
                  </a:cubicBezTo>
                  <a:cubicBezTo>
                    <a:pt x="4023" y="714"/>
                    <a:pt x="4613" y="688"/>
                    <a:pt x="4621" y="560"/>
                  </a:cubicBezTo>
                  <a:cubicBezTo>
                    <a:pt x="4644" y="333"/>
                    <a:pt x="573" y="0"/>
                    <a:pt x="5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52"/>
            <p:cNvSpPr/>
            <p:nvPr/>
          </p:nvSpPr>
          <p:spPr>
            <a:xfrm>
              <a:off x="4370475" y="2580875"/>
              <a:ext cx="288750" cy="371425"/>
            </a:xfrm>
            <a:custGeom>
              <a:avLst/>
              <a:gdLst/>
              <a:ahLst/>
              <a:cxnLst/>
              <a:rect l="l" t="t" r="r" b="b"/>
              <a:pathLst>
                <a:path w="11550" h="14857" extrusionOk="0">
                  <a:moveTo>
                    <a:pt x="5748" y="1"/>
                  </a:moveTo>
                  <a:cubicBezTo>
                    <a:pt x="4296" y="1"/>
                    <a:pt x="2846" y="158"/>
                    <a:pt x="1429" y="474"/>
                  </a:cubicBezTo>
                  <a:cubicBezTo>
                    <a:pt x="1322" y="498"/>
                    <a:pt x="1227" y="522"/>
                    <a:pt x="1132" y="557"/>
                  </a:cubicBezTo>
                  <a:cubicBezTo>
                    <a:pt x="786" y="629"/>
                    <a:pt x="512" y="914"/>
                    <a:pt x="453" y="1248"/>
                  </a:cubicBezTo>
                  <a:cubicBezTo>
                    <a:pt x="0" y="3653"/>
                    <a:pt x="1251" y="11487"/>
                    <a:pt x="1405" y="14071"/>
                  </a:cubicBezTo>
                  <a:cubicBezTo>
                    <a:pt x="1441" y="14547"/>
                    <a:pt x="1013" y="14857"/>
                    <a:pt x="1489" y="14857"/>
                  </a:cubicBezTo>
                  <a:lnTo>
                    <a:pt x="10037" y="14857"/>
                  </a:lnTo>
                  <a:cubicBezTo>
                    <a:pt x="10514" y="14857"/>
                    <a:pt x="10907" y="14488"/>
                    <a:pt x="10930" y="14023"/>
                  </a:cubicBezTo>
                  <a:cubicBezTo>
                    <a:pt x="11097" y="11451"/>
                    <a:pt x="11550" y="3653"/>
                    <a:pt x="11073" y="1248"/>
                  </a:cubicBezTo>
                  <a:cubicBezTo>
                    <a:pt x="10990" y="914"/>
                    <a:pt x="10728" y="629"/>
                    <a:pt x="10383" y="557"/>
                  </a:cubicBezTo>
                  <a:cubicBezTo>
                    <a:pt x="10276" y="522"/>
                    <a:pt x="10192" y="510"/>
                    <a:pt x="10085" y="474"/>
                  </a:cubicBezTo>
                  <a:cubicBezTo>
                    <a:pt x="8656" y="158"/>
                    <a:pt x="7201" y="1"/>
                    <a:pt x="5748" y="1"/>
                  </a:cubicBezTo>
                  <a:close/>
                </a:path>
              </a:pathLst>
            </a:custGeom>
            <a:solidFill>
              <a:srgbClr val="F9C6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52"/>
            <p:cNvSpPr/>
            <p:nvPr/>
          </p:nvSpPr>
          <p:spPr>
            <a:xfrm>
              <a:off x="4469000" y="2492100"/>
              <a:ext cx="89925" cy="109275"/>
            </a:xfrm>
            <a:custGeom>
              <a:avLst/>
              <a:gdLst/>
              <a:ahLst/>
              <a:cxnLst/>
              <a:rect l="l" t="t" r="r" b="b"/>
              <a:pathLst>
                <a:path w="3597" h="4371" extrusionOk="0">
                  <a:moveTo>
                    <a:pt x="0" y="1"/>
                  </a:moveTo>
                  <a:lnTo>
                    <a:pt x="0" y="4370"/>
                  </a:lnTo>
                  <a:lnTo>
                    <a:pt x="3596" y="4370"/>
                  </a:lnTo>
                  <a:lnTo>
                    <a:pt x="359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52"/>
            <p:cNvSpPr/>
            <p:nvPr/>
          </p:nvSpPr>
          <p:spPr>
            <a:xfrm>
              <a:off x="4012700" y="2728300"/>
              <a:ext cx="525375" cy="498575"/>
            </a:xfrm>
            <a:custGeom>
              <a:avLst/>
              <a:gdLst/>
              <a:ahLst/>
              <a:cxnLst/>
              <a:rect l="l" t="t" r="r" b="b"/>
              <a:pathLst>
                <a:path w="21015" h="19943" extrusionOk="0">
                  <a:moveTo>
                    <a:pt x="2421" y="1"/>
                  </a:moveTo>
                  <a:cubicBezTo>
                    <a:pt x="1801" y="1"/>
                    <a:pt x="1197" y="251"/>
                    <a:pt x="762" y="732"/>
                  </a:cubicBezTo>
                  <a:cubicBezTo>
                    <a:pt x="0" y="1578"/>
                    <a:pt x="0" y="2876"/>
                    <a:pt x="762" y="3769"/>
                  </a:cubicBezTo>
                  <a:cubicBezTo>
                    <a:pt x="3489" y="6959"/>
                    <a:pt x="7072" y="13508"/>
                    <a:pt x="9537" y="15949"/>
                  </a:cubicBezTo>
                  <a:cubicBezTo>
                    <a:pt x="12711" y="19085"/>
                    <a:pt x="15363" y="19943"/>
                    <a:pt x="17315" y="19943"/>
                  </a:cubicBezTo>
                  <a:cubicBezTo>
                    <a:pt x="19677" y="19943"/>
                    <a:pt x="21015" y="18687"/>
                    <a:pt x="21015" y="18687"/>
                  </a:cubicBezTo>
                  <a:cubicBezTo>
                    <a:pt x="21015" y="18687"/>
                    <a:pt x="20717" y="13734"/>
                    <a:pt x="17443" y="10591"/>
                  </a:cubicBezTo>
                  <a:cubicBezTo>
                    <a:pt x="14931" y="8198"/>
                    <a:pt x="7239" y="2816"/>
                    <a:pt x="3786" y="435"/>
                  </a:cubicBezTo>
                  <a:cubicBezTo>
                    <a:pt x="3367" y="143"/>
                    <a:pt x="2889" y="1"/>
                    <a:pt x="242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52"/>
            <p:cNvSpPr/>
            <p:nvPr/>
          </p:nvSpPr>
          <p:spPr>
            <a:xfrm>
              <a:off x="3783025" y="3136825"/>
              <a:ext cx="192775" cy="92725"/>
            </a:xfrm>
            <a:custGeom>
              <a:avLst/>
              <a:gdLst/>
              <a:ahLst/>
              <a:cxnLst/>
              <a:rect l="l" t="t" r="r" b="b"/>
              <a:pathLst>
                <a:path w="7711" h="3709" extrusionOk="0">
                  <a:moveTo>
                    <a:pt x="3698" y="0"/>
                  </a:moveTo>
                  <a:cubicBezTo>
                    <a:pt x="2567" y="989"/>
                    <a:pt x="769" y="2608"/>
                    <a:pt x="472" y="2882"/>
                  </a:cubicBezTo>
                  <a:cubicBezTo>
                    <a:pt x="120" y="3215"/>
                    <a:pt x="0" y="3708"/>
                    <a:pt x="696" y="3708"/>
                  </a:cubicBezTo>
                  <a:cubicBezTo>
                    <a:pt x="847" y="3708"/>
                    <a:pt x="1036" y="3685"/>
                    <a:pt x="1270" y="3632"/>
                  </a:cubicBezTo>
                  <a:lnTo>
                    <a:pt x="7282" y="2227"/>
                  </a:lnTo>
                  <a:cubicBezTo>
                    <a:pt x="7556" y="2167"/>
                    <a:pt x="7711" y="1882"/>
                    <a:pt x="7663" y="1620"/>
                  </a:cubicBezTo>
                  <a:lnTo>
                    <a:pt x="7389" y="489"/>
                  </a:lnTo>
                  <a:lnTo>
                    <a:pt x="5556" y="1024"/>
                  </a:lnTo>
                  <a:lnTo>
                    <a:pt x="36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52"/>
            <p:cNvSpPr/>
            <p:nvPr/>
          </p:nvSpPr>
          <p:spPr>
            <a:xfrm>
              <a:off x="3875475" y="3103775"/>
              <a:ext cx="92000" cy="58675"/>
            </a:xfrm>
            <a:custGeom>
              <a:avLst/>
              <a:gdLst/>
              <a:ahLst/>
              <a:cxnLst/>
              <a:rect l="l" t="t" r="r" b="b"/>
              <a:pathLst>
                <a:path w="3680" h="2347" extrusionOk="0">
                  <a:moveTo>
                    <a:pt x="3251" y="1"/>
                  </a:moveTo>
                  <a:lnTo>
                    <a:pt x="881" y="537"/>
                  </a:lnTo>
                  <a:cubicBezTo>
                    <a:pt x="881" y="537"/>
                    <a:pt x="524" y="846"/>
                    <a:pt x="0" y="1322"/>
                  </a:cubicBezTo>
                  <a:lnTo>
                    <a:pt x="1846" y="2346"/>
                  </a:lnTo>
                  <a:lnTo>
                    <a:pt x="3679" y="1811"/>
                  </a:lnTo>
                  <a:lnTo>
                    <a:pt x="325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52"/>
            <p:cNvSpPr/>
            <p:nvPr/>
          </p:nvSpPr>
          <p:spPr>
            <a:xfrm>
              <a:off x="3887375" y="2731150"/>
              <a:ext cx="262275" cy="397075"/>
            </a:xfrm>
            <a:custGeom>
              <a:avLst/>
              <a:gdLst/>
              <a:ahLst/>
              <a:cxnLst/>
              <a:rect l="l" t="t" r="r" b="b"/>
              <a:pathLst>
                <a:path w="10491" h="15883" extrusionOk="0">
                  <a:moveTo>
                    <a:pt x="7098" y="1"/>
                  </a:moveTo>
                  <a:cubicBezTo>
                    <a:pt x="6499" y="1"/>
                    <a:pt x="5838" y="201"/>
                    <a:pt x="5466" y="952"/>
                  </a:cubicBezTo>
                  <a:cubicBezTo>
                    <a:pt x="4644" y="2559"/>
                    <a:pt x="1" y="15799"/>
                    <a:pt x="1" y="15799"/>
                  </a:cubicBezTo>
                  <a:lnTo>
                    <a:pt x="3025" y="15882"/>
                  </a:lnTo>
                  <a:lnTo>
                    <a:pt x="3025" y="15882"/>
                  </a:lnTo>
                  <a:cubicBezTo>
                    <a:pt x="3026" y="15870"/>
                    <a:pt x="9276" y="4558"/>
                    <a:pt x="9883" y="2857"/>
                  </a:cubicBezTo>
                  <a:cubicBezTo>
                    <a:pt x="10490" y="1166"/>
                    <a:pt x="8383" y="261"/>
                    <a:pt x="8383" y="261"/>
                  </a:cubicBezTo>
                  <a:cubicBezTo>
                    <a:pt x="8383" y="261"/>
                    <a:pt x="7781" y="1"/>
                    <a:pt x="7098" y="1"/>
                  </a:cubicBezTo>
                  <a:close/>
                  <a:moveTo>
                    <a:pt x="3025" y="15882"/>
                  </a:moveTo>
                  <a:lnTo>
                    <a:pt x="3025" y="15882"/>
                  </a:lnTo>
                  <a:cubicBezTo>
                    <a:pt x="3025" y="15882"/>
                    <a:pt x="3025" y="15882"/>
                    <a:pt x="3025" y="15882"/>
                  </a:cubicBezTo>
                  <a:cubicBezTo>
                    <a:pt x="3025" y="15882"/>
                    <a:pt x="3025" y="15882"/>
                    <a:pt x="3025" y="15882"/>
                  </a:cubicBezTo>
                  <a:lnTo>
                    <a:pt x="3025" y="15882"/>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52"/>
            <p:cNvSpPr/>
            <p:nvPr/>
          </p:nvSpPr>
          <p:spPr>
            <a:xfrm>
              <a:off x="4544600" y="2593675"/>
              <a:ext cx="235475" cy="353825"/>
            </a:xfrm>
            <a:custGeom>
              <a:avLst/>
              <a:gdLst/>
              <a:ahLst/>
              <a:cxnLst/>
              <a:rect l="l" t="t" r="r" b="b"/>
              <a:pathLst>
                <a:path w="9419" h="14153" extrusionOk="0">
                  <a:moveTo>
                    <a:pt x="3152" y="1"/>
                  </a:moveTo>
                  <a:cubicBezTo>
                    <a:pt x="2702" y="1"/>
                    <a:pt x="2394" y="141"/>
                    <a:pt x="2394" y="141"/>
                  </a:cubicBezTo>
                  <a:cubicBezTo>
                    <a:pt x="2394" y="141"/>
                    <a:pt x="1" y="1117"/>
                    <a:pt x="1787" y="4451"/>
                  </a:cubicBezTo>
                  <a:cubicBezTo>
                    <a:pt x="3346" y="7368"/>
                    <a:pt x="5549" y="11737"/>
                    <a:pt x="6501" y="13511"/>
                  </a:cubicBezTo>
                  <a:cubicBezTo>
                    <a:pt x="6716" y="13923"/>
                    <a:pt x="7169" y="14152"/>
                    <a:pt x="7656" y="14152"/>
                  </a:cubicBezTo>
                  <a:cubicBezTo>
                    <a:pt x="7874" y="14152"/>
                    <a:pt x="8098" y="14107"/>
                    <a:pt x="8311" y="14011"/>
                  </a:cubicBezTo>
                  <a:cubicBezTo>
                    <a:pt x="9026" y="13714"/>
                    <a:pt x="9418" y="12987"/>
                    <a:pt x="9204" y="12344"/>
                  </a:cubicBezTo>
                  <a:cubicBezTo>
                    <a:pt x="8585" y="10439"/>
                    <a:pt x="6990" y="5808"/>
                    <a:pt x="5906" y="2677"/>
                  </a:cubicBezTo>
                  <a:cubicBezTo>
                    <a:pt x="5130" y="416"/>
                    <a:pt x="3929" y="1"/>
                    <a:pt x="3152" y="1"/>
                  </a:cubicBezTo>
                  <a:close/>
                </a:path>
              </a:pathLst>
            </a:custGeom>
            <a:solidFill>
              <a:srgbClr val="F9C6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52"/>
            <p:cNvSpPr/>
            <p:nvPr/>
          </p:nvSpPr>
          <p:spPr>
            <a:xfrm>
              <a:off x="4683600" y="2876300"/>
              <a:ext cx="120000" cy="295850"/>
            </a:xfrm>
            <a:custGeom>
              <a:avLst/>
              <a:gdLst/>
              <a:ahLst/>
              <a:cxnLst/>
              <a:rect l="l" t="t" r="r" b="b"/>
              <a:pathLst>
                <a:path w="4800" h="11834" extrusionOk="0">
                  <a:moveTo>
                    <a:pt x="2136" y="1"/>
                  </a:moveTo>
                  <a:cubicBezTo>
                    <a:pt x="2015" y="1"/>
                    <a:pt x="1942" y="15"/>
                    <a:pt x="1942" y="15"/>
                  </a:cubicBezTo>
                  <a:cubicBezTo>
                    <a:pt x="1942" y="15"/>
                    <a:pt x="1" y="301"/>
                    <a:pt x="715" y="3206"/>
                  </a:cubicBezTo>
                  <a:cubicBezTo>
                    <a:pt x="1346" y="5742"/>
                    <a:pt x="2382" y="9671"/>
                    <a:pt x="2763" y="11219"/>
                  </a:cubicBezTo>
                  <a:cubicBezTo>
                    <a:pt x="2860" y="11643"/>
                    <a:pt x="3097" y="11833"/>
                    <a:pt x="3493" y="11833"/>
                  </a:cubicBezTo>
                  <a:cubicBezTo>
                    <a:pt x="3586" y="11833"/>
                    <a:pt x="3688" y="11823"/>
                    <a:pt x="3799" y="11803"/>
                  </a:cubicBezTo>
                  <a:cubicBezTo>
                    <a:pt x="4382" y="11695"/>
                    <a:pt x="4799" y="11219"/>
                    <a:pt x="4751" y="10683"/>
                  </a:cubicBezTo>
                  <a:cubicBezTo>
                    <a:pt x="4632" y="9088"/>
                    <a:pt x="4299" y="5242"/>
                    <a:pt x="4085" y="2623"/>
                  </a:cubicBezTo>
                  <a:cubicBezTo>
                    <a:pt x="3865" y="238"/>
                    <a:pt x="2621" y="1"/>
                    <a:pt x="2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52"/>
            <p:cNvSpPr/>
            <p:nvPr/>
          </p:nvSpPr>
          <p:spPr>
            <a:xfrm>
              <a:off x="4326725" y="2876375"/>
              <a:ext cx="381900" cy="275650"/>
            </a:xfrm>
            <a:custGeom>
              <a:avLst/>
              <a:gdLst/>
              <a:ahLst/>
              <a:cxnLst/>
              <a:rect l="l" t="t" r="r" b="b"/>
              <a:pathLst>
                <a:path w="15276" h="11026" extrusionOk="0">
                  <a:moveTo>
                    <a:pt x="12490" y="1"/>
                  </a:moveTo>
                  <a:lnTo>
                    <a:pt x="2953" y="108"/>
                  </a:lnTo>
                  <a:cubicBezTo>
                    <a:pt x="2953" y="108"/>
                    <a:pt x="1489" y="4251"/>
                    <a:pt x="0" y="9252"/>
                  </a:cubicBezTo>
                  <a:lnTo>
                    <a:pt x="6763" y="11026"/>
                  </a:lnTo>
                  <a:lnTo>
                    <a:pt x="15276" y="7263"/>
                  </a:lnTo>
                  <a:lnTo>
                    <a:pt x="15276" y="7263"/>
                  </a:lnTo>
                  <a:cubicBezTo>
                    <a:pt x="15276" y="7263"/>
                    <a:pt x="15276" y="7263"/>
                    <a:pt x="15276" y="7263"/>
                  </a:cubicBezTo>
                  <a:cubicBezTo>
                    <a:pt x="15276" y="7263"/>
                    <a:pt x="15276" y="7263"/>
                    <a:pt x="15276" y="7263"/>
                  </a:cubicBezTo>
                  <a:lnTo>
                    <a:pt x="15276" y="7263"/>
                  </a:lnTo>
                  <a:lnTo>
                    <a:pt x="15276" y="7263"/>
                  </a:lnTo>
                  <a:lnTo>
                    <a:pt x="15276" y="7263"/>
                  </a:lnTo>
                  <a:cubicBezTo>
                    <a:pt x="15264" y="7262"/>
                    <a:pt x="15272" y="2664"/>
                    <a:pt x="1249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52"/>
            <p:cNvSpPr/>
            <p:nvPr/>
          </p:nvSpPr>
          <p:spPr>
            <a:xfrm>
              <a:off x="4420475" y="2401625"/>
              <a:ext cx="41700" cy="54200"/>
            </a:xfrm>
            <a:custGeom>
              <a:avLst/>
              <a:gdLst/>
              <a:ahLst/>
              <a:cxnLst/>
              <a:rect l="l" t="t" r="r" b="b"/>
              <a:pathLst>
                <a:path w="1668" h="2168" extrusionOk="0">
                  <a:moveTo>
                    <a:pt x="834" y="0"/>
                  </a:moveTo>
                  <a:cubicBezTo>
                    <a:pt x="382" y="0"/>
                    <a:pt x="1" y="488"/>
                    <a:pt x="1" y="1084"/>
                  </a:cubicBezTo>
                  <a:cubicBezTo>
                    <a:pt x="1" y="1679"/>
                    <a:pt x="382" y="2167"/>
                    <a:pt x="834" y="2167"/>
                  </a:cubicBezTo>
                  <a:cubicBezTo>
                    <a:pt x="1299" y="2167"/>
                    <a:pt x="1668" y="1679"/>
                    <a:pt x="1668" y="1084"/>
                  </a:cubicBezTo>
                  <a:cubicBezTo>
                    <a:pt x="1668" y="488"/>
                    <a:pt x="1299" y="0"/>
                    <a:pt x="834" y="0"/>
                  </a:cubicBezTo>
                  <a:close/>
                </a:path>
              </a:pathLst>
            </a:custGeom>
            <a:solidFill>
              <a:srgbClr val="F9C6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52"/>
            <p:cNvSpPr/>
            <p:nvPr/>
          </p:nvSpPr>
          <p:spPr>
            <a:xfrm>
              <a:off x="4573475" y="2401625"/>
              <a:ext cx="41700" cy="54200"/>
            </a:xfrm>
            <a:custGeom>
              <a:avLst/>
              <a:gdLst/>
              <a:ahLst/>
              <a:cxnLst/>
              <a:rect l="l" t="t" r="r" b="b"/>
              <a:pathLst>
                <a:path w="1668" h="2168" extrusionOk="0">
                  <a:moveTo>
                    <a:pt x="834" y="0"/>
                  </a:moveTo>
                  <a:cubicBezTo>
                    <a:pt x="370" y="0"/>
                    <a:pt x="1" y="488"/>
                    <a:pt x="1" y="1084"/>
                  </a:cubicBezTo>
                  <a:cubicBezTo>
                    <a:pt x="1" y="1679"/>
                    <a:pt x="370" y="2167"/>
                    <a:pt x="834" y="2167"/>
                  </a:cubicBezTo>
                  <a:cubicBezTo>
                    <a:pt x="1298" y="2167"/>
                    <a:pt x="1667" y="1679"/>
                    <a:pt x="1667" y="1084"/>
                  </a:cubicBezTo>
                  <a:cubicBezTo>
                    <a:pt x="1667" y="488"/>
                    <a:pt x="1298" y="0"/>
                    <a:pt x="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52"/>
            <p:cNvSpPr/>
            <p:nvPr/>
          </p:nvSpPr>
          <p:spPr>
            <a:xfrm>
              <a:off x="4129375" y="2532875"/>
              <a:ext cx="672425" cy="431750"/>
            </a:xfrm>
            <a:custGeom>
              <a:avLst/>
              <a:gdLst/>
              <a:ahLst/>
              <a:cxnLst/>
              <a:rect l="l" t="t" r="r" b="b"/>
              <a:pathLst>
                <a:path w="26897" h="17270" extrusionOk="0">
                  <a:moveTo>
                    <a:pt x="13502" y="1"/>
                  </a:moveTo>
                  <a:lnTo>
                    <a:pt x="13502" y="1501"/>
                  </a:lnTo>
                  <a:lnTo>
                    <a:pt x="1584" y="3846"/>
                  </a:lnTo>
                  <a:cubicBezTo>
                    <a:pt x="1584" y="3846"/>
                    <a:pt x="0" y="8990"/>
                    <a:pt x="8978" y="14110"/>
                  </a:cubicBezTo>
                  <a:cubicBezTo>
                    <a:pt x="13427" y="16631"/>
                    <a:pt x="17851" y="17270"/>
                    <a:pt x="21189" y="17270"/>
                  </a:cubicBezTo>
                  <a:cubicBezTo>
                    <a:pt x="24613" y="17270"/>
                    <a:pt x="26897" y="16598"/>
                    <a:pt x="26897" y="16598"/>
                  </a:cubicBezTo>
                  <a:cubicBezTo>
                    <a:pt x="26897" y="16598"/>
                    <a:pt x="22468" y="3394"/>
                    <a:pt x="21384" y="2751"/>
                  </a:cubicBezTo>
                  <a:cubicBezTo>
                    <a:pt x="20289" y="2096"/>
                    <a:pt x="17372" y="1620"/>
                    <a:pt x="17372" y="1620"/>
                  </a:cubicBezTo>
                  <a:lnTo>
                    <a:pt x="1736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52"/>
            <p:cNvSpPr/>
            <p:nvPr/>
          </p:nvSpPr>
          <p:spPr>
            <a:xfrm>
              <a:off x="4335650" y="2291775"/>
              <a:ext cx="202275" cy="369925"/>
            </a:xfrm>
            <a:custGeom>
              <a:avLst/>
              <a:gdLst/>
              <a:ahLst/>
              <a:cxnLst/>
              <a:rect l="l" t="t" r="r" b="b"/>
              <a:pathLst>
                <a:path w="8091" h="14797" extrusionOk="0">
                  <a:moveTo>
                    <a:pt x="7144" y="1"/>
                  </a:moveTo>
                  <a:cubicBezTo>
                    <a:pt x="7144" y="1"/>
                    <a:pt x="4096" y="132"/>
                    <a:pt x="3132" y="2132"/>
                  </a:cubicBezTo>
                  <a:cubicBezTo>
                    <a:pt x="2144" y="4108"/>
                    <a:pt x="2679" y="5073"/>
                    <a:pt x="1346" y="5775"/>
                  </a:cubicBezTo>
                  <a:cubicBezTo>
                    <a:pt x="0" y="6478"/>
                    <a:pt x="286" y="8430"/>
                    <a:pt x="2096" y="9264"/>
                  </a:cubicBezTo>
                  <a:cubicBezTo>
                    <a:pt x="3918" y="10097"/>
                    <a:pt x="3287" y="11383"/>
                    <a:pt x="2536" y="12109"/>
                  </a:cubicBezTo>
                  <a:cubicBezTo>
                    <a:pt x="1589" y="13006"/>
                    <a:pt x="1911" y="14797"/>
                    <a:pt x="3620" y="14797"/>
                  </a:cubicBezTo>
                  <a:cubicBezTo>
                    <a:pt x="3952" y="14797"/>
                    <a:pt x="4337" y="14729"/>
                    <a:pt x="4775" y="14574"/>
                  </a:cubicBezTo>
                  <a:cubicBezTo>
                    <a:pt x="3115" y="14063"/>
                    <a:pt x="3956" y="12738"/>
                    <a:pt x="5257" y="12738"/>
                  </a:cubicBezTo>
                  <a:cubicBezTo>
                    <a:pt x="5290" y="12738"/>
                    <a:pt x="5324" y="12739"/>
                    <a:pt x="5358" y="12740"/>
                  </a:cubicBezTo>
                  <a:cubicBezTo>
                    <a:pt x="5387" y="12742"/>
                    <a:pt x="5416" y="12743"/>
                    <a:pt x="5445" y="12743"/>
                  </a:cubicBezTo>
                  <a:cubicBezTo>
                    <a:pt x="6775" y="12743"/>
                    <a:pt x="8090" y="11155"/>
                    <a:pt x="5620" y="8871"/>
                  </a:cubicBezTo>
                  <a:cubicBezTo>
                    <a:pt x="3072" y="6537"/>
                    <a:pt x="7180" y="1370"/>
                    <a:pt x="7180" y="1370"/>
                  </a:cubicBezTo>
                  <a:lnTo>
                    <a:pt x="718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52"/>
            <p:cNvSpPr/>
            <p:nvPr/>
          </p:nvSpPr>
          <p:spPr>
            <a:xfrm>
              <a:off x="4441325" y="2303975"/>
              <a:ext cx="149725" cy="225350"/>
            </a:xfrm>
            <a:custGeom>
              <a:avLst/>
              <a:gdLst/>
              <a:ahLst/>
              <a:cxnLst/>
              <a:rect l="l" t="t" r="r" b="b"/>
              <a:pathLst>
                <a:path w="5989" h="9014" extrusionOk="0">
                  <a:moveTo>
                    <a:pt x="2715" y="1"/>
                  </a:moveTo>
                  <a:cubicBezTo>
                    <a:pt x="1227" y="1"/>
                    <a:pt x="0" y="1227"/>
                    <a:pt x="0" y="2715"/>
                  </a:cubicBezTo>
                  <a:lnTo>
                    <a:pt x="0" y="5716"/>
                  </a:lnTo>
                  <a:cubicBezTo>
                    <a:pt x="0" y="7538"/>
                    <a:pt x="988" y="9014"/>
                    <a:pt x="2786" y="9014"/>
                  </a:cubicBezTo>
                  <a:cubicBezTo>
                    <a:pt x="4608" y="9014"/>
                    <a:pt x="5989" y="7526"/>
                    <a:pt x="5989" y="5716"/>
                  </a:cubicBezTo>
                  <a:lnTo>
                    <a:pt x="5739" y="2715"/>
                  </a:lnTo>
                  <a:cubicBezTo>
                    <a:pt x="5739" y="2715"/>
                    <a:pt x="5703" y="1"/>
                    <a:pt x="2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52"/>
            <p:cNvSpPr/>
            <p:nvPr/>
          </p:nvSpPr>
          <p:spPr>
            <a:xfrm>
              <a:off x="4467800" y="3192900"/>
              <a:ext cx="129900" cy="168050"/>
            </a:xfrm>
            <a:custGeom>
              <a:avLst/>
              <a:gdLst/>
              <a:ahLst/>
              <a:cxnLst/>
              <a:rect l="l" t="t" r="r" b="b"/>
              <a:pathLst>
                <a:path w="5196" h="6722" extrusionOk="0">
                  <a:moveTo>
                    <a:pt x="1256" y="0"/>
                  </a:moveTo>
                  <a:cubicBezTo>
                    <a:pt x="1173" y="0"/>
                    <a:pt x="1089" y="22"/>
                    <a:pt x="1013" y="67"/>
                  </a:cubicBezTo>
                  <a:lnTo>
                    <a:pt x="1" y="627"/>
                  </a:lnTo>
                  <a:lnTo>
                    <a:pt x="1025" y="2234"/>
                  </a:lnTo>
                  <a:lnTo>
                    <a:pt x="560" y="4306"/>
                  </a:lnTo>
                  <a:cubicBezTo>
                    <a:pt x="1846" y="5092"/>
                    <a:pt x="3882" y="6378"/>
                    <a:pt x="4239" y="6580"/>
                  </a:cubicBezTo>
                  <a:cubicBezTo>
                    <a:pt x="4396" y="6669"/>
                    <a:pt x="4562" y="6722"/>
                    <a:pt x="4700" y="6722"/>
                  </a:cubicBezTo>
                  <a:cubicBezTo>
                    <a:pt x="5024" y="6722"/>
                    <a:pt x="5195" y="6430"/>
                    <a:pt x="4728" y="5628"/>
                  </a:cubicBezTo>
                  <a:lnTo>
                    <a:pt x="1692" y="258"/>
                  </a:lnTo>
                  <a:cubicBezTo>
                    <a:pt x="1603" y="96"/>
                    <a:pt x="1431" y="0"/>
                    <a:pt x="12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52"/>
            <p:cNvSpPr/>
            <p:nvPr/>
          </p:nvSpPr>
          <p:spPr>
            <a:xfrm>
              <a:off x="4427325" y="3207975"/>
              <a:ext cx="66100" cy="92300"/>
            </a:xfrm>
            <a:custGeom>
              <a:avLst/>
              <a:gdLst/>
              <a:ahLst/>
              <a:cxnLst/>
              <a:rect l="l" t="t" r="r" b="b"/>
              <a:pathLst>
                <a:path w="2644" h="3692" extrusionOk="0">
                  <a:moveTo>
                    <a:pt x="1620" y="0"/>
                  </a:moveTo>
                  <a:lnTo>
                    <a:pt x="1" y="929"/>
                  </a:lnTo>
                  <a:lnTo>
                    <a:pt x="1191" y="3060"/>
                  </a:lnTo>
                  <a:cubicBezTo>
                    <a:pt x="1191" y="3060"/>
                    <a:pt x="1584" y="3310"/>
                    <a:pt x="2179" y="3691"/>
                  </a:cubicBezTo>
                  <a:lnTo>
                    <a:pt x="2644" y="1607"/>
                  </a:lnTo>
                  <a:lnTo>
                    <a:pt x="16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52"/>
            <p:cNvSpPr/>
            <p:nvPr/>
          </p:nvSpPr>
          <p:spPr>
            <a:xfrm>
              <a:off x="4029650" y="3145950"/>
              <a:ext cx="439075" cy="145975"/>
            </a:xfrm>
            <a:custGeom>
              <a:avLst/>
              <a:gdLst/>
              <a:ahLst/>
              <a:cxnLst/>
              <a:rect l="l" t="t" r="r" b="b"/>
              <a:pathLst>
                <a:path w="17563" h="5839" extrusionOk="0">
                  <a:moveTo>
                    <a:pt x="2237" y="1"/>
                  </a:moveTo>
                  <a:cubicBezTo>
                    <a:pt x="547" y="1"/>
                    <a:pt x="275" y="2183"/>
                    <a:pt x="275" y="2183"/>
                  </a:cubicBezTo>
                  <a:cubicBezTo>
                    <a:pt x="275" y="2183"/>
                    <a:pt x="1" y="4458"/>
                    <a:pt x="1787" y="4779"/>
                  </a:cubicBezTo>
                  <a:cubicBezTo>
                    <a:pt x="3549" y="5112"/>
                    <a:pt x="17563" y="5839"/>
                    <a:pt x="17563" y="5839"/>
                  </a:cubicBezTo>
                  <a:lnTo>
                    <a:pt x="16801" y="2922"/>
                  </a:lnTo>
                  <a:cubicBezTo>
                    <a:pt x="16801" y="2922"/>
                    <a:pt x="4168" y="112"/>
                    <a:pt x="2358" y="5"/>
                  </a:cubicBezTo>
                  <a:cubicBezTo>
                    <a:pt x="2317" y="2"/>
                    <a:pt x="2277" y="1"/>
                    <a:pt x="223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52"/>
            <p:cNvSpPr/>
            <p:nvPr/>
          </p:nvSpPr>
          <p:spPr>
            <a:xfrm>
              <a:off x="4035550" y="2652800"/>
              <a:ext cx="327200" cy="144825"/>
            </a:xfrm>
            <a:custGeom>
              <a:avLst/>
              <a:gdLst/>
              <a:ahLst/>
              <a:cxnLst/>
              <a:rect l="l" t="t" r="r" b="b"/>
              <a:pathLst>
                <a:path w="13088" h="5793" extrusionOk="0">
                  <a:moveTo>
                    <a:pt x="1952" y="0"/>
                  </a:moveTo>
                  <a:cubicBezTo>
                    <a:pt x="722" y="0"/>
                    <a:pt x="0" y="1694"/>
                    <a:pt x="872" y="2645"/>
                  </a:cubicBezTo>
                  <a:cubicBezTo>
                    <a:pt x="1384" y="3193"/>
                    <a:pt x="2146" y="3431"/>
                    <a:pt x="3194" y="3705"/>
                  </a:cubicBezTo>
                  <a:cubicBezTo>
                    <a:pt x="5920" y="4372"/>
                    <a:pt x="10099" y="5384"/>
                    <a:pt x="11766" y="5765"/>
                  </a:cubicBezTo>
                  <a:cubicBezTo>
                    <a:pt x="11848" y="5783"/>
                    <a:pt x="11926" y="5792"/>
                    <a:pt x="12001" y="5792"/>
                  </a:cubicBezTo>
                  <a:cubicBezTo>
                    <a:pt x="12449" y="5792"/>
                    <a:pt x="12768" y="5469"/>
                    <a:pt x="12921" y="4979"/>
                  </a:cubicBezTo>
                  <a:cubicBezTo>
                    <a:pt x="13088" y="4419"/>
                    <a:pt x="11981" y="3776"/>
                    <a:pt x="11445" y="3574"/>
                  </a:cubicBezTo>
                  <a:cubicBezTo>
                    <a:pt x="9861" y="2931"/>
                    <a:pt x="8349" y="2097"/>
                    <a:pt x="5742" y="1050"/>
                  </a:cubicBezTo>
                  <a:cubicBezTo>
                    <a:pt x="4206" y="443"/>
                    <a:pt x="3039" y="145"/>
                    <a:pt x="2146" y="14"/>
                  </a:cubicBezTo>
                  <a:cubicBezTo>
                    <a:pt x="2080" y="5"/>
                    <a:pt x="2015" y="0"/>
                    <a:pt x="19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52"/>
            <p:cNvSpPr/>
            <p:nvPr/>
          </p:nvSpPr>
          <p:spPr>
            <a:xfrm>
              <a:off x="4311550" y="2654000"/>
              <a:ext cx="125925" cy="177500"/>
            </a:xfrm>
            <a:custGeom>
              <a:avLst/>
              <a:gdLst/>
              <a:ahLst/>
              <a:cxnLst/>
              <a:rect l="l" t="t" r="r" b="b"/>
              <a:pathLst>
                <a:path w="5037" h="7100" extrusionOk="0">
                  <a:moveTo>
                    <a:pt x="1517" y="0"/>
                  </a:moveTo>
                  <a:cubicBezTo>
                    <a:pt x="1449" y="0"/>
                    <a:pt x="1368" y="55"/>
                    <a:pt x="1357" y="121"/>
                  </a:cubicBezTo>
                  <a:lnTo>
                    <a:pt x="12" y="6169"/>
                  </a:lnTo>
                  <a:cubicBezTo>
                    <a:pt x="0" y="6240"/>
                    <a:pt x="60" y="6336"/>
                    <a:pt x="131" y="6348"/>
                  </a:cubicBezTo>
                  <a:lnTo>
                    <a:pt x="3500" y="7098"/>
                  </a:lnTo>
                  <a:cubicBezTo>
                    <a:pt x="3507" y="7099"/>
                    <a:pt x="3513" y="7099"/>
                    <a:pt x="3519" y="7099"/>
                  </a:cubicBezTo>
                  <a:cubicBezTo>
                    <a:pt x="3584" y="7099"/>
                    <a:pt x="3646" y="7043"/>
                    <a:pt x="3679" y="6967"/>
                  </a:cubicBezTo>
                  <a:lnTo>
                    <a:pt x="5013" y="930"/>
                  </a:lnTo>
                  <a:cubicBezTo>
                    <a:pt x="5036" y="859"/>
                    <a:pt x="4977" y="764"/>
                    <a:pt x="4894" y="752"/>
                  </a:cubicBezTo>
                  <a:lnTo>
                    <a:pt x="1536" y="2"/>
                  </a:lnTo>
                  <a:cubicBezTo>
                    <a:pt x="1530" y="1"/>
                    <a:pt x="1523" y="0"/>
                    <a:pt x="15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52"/>
            <p:cNvSpPr/>
            <p:nvPr/>
          </p:nvSpPr>
          <p:spPr>
            <a:xfrm>
              <a:off x="4304100" y="2709700"/>
              <a:ext cx="30075" cy="34550"/>
            </a:xfrm>
            <a:custGeom>
              <a:avLst/>
              <a:gdLst/>
              <a:ahLst/>
              <a:cxnLst/>
              <a:rect l="l" t="t" r="r" b="b"/>
              <a:pathLst>
                <a:path w="1203" h="1382" extrusionOk="0">
                  <a:moveTo>
                    <a:pt x="1203" y="0"/>
                  </a:moveTo>
                  <a:lnTo>
                    <a:pt x="1203" y="0"/>
                  </a:lnTo>
                  <a:cubicBezTo>
                    <a:pt x="643" y="310"/>
                    <a:pt x="0" y="964"/>
                    <a:pt x="0" y="964"/>
                  </a:cubicBezTo>
                  <a:lnTo>
                    <a:pt x="893" y="1381"/>
                  </a:lnTo>
                  <a:cubicBezTo>
                    <a:pt x="893" y="1381"/>
                    <a:pt x="1024" y="762"/>
                    <a:pt x="120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52"/>
            <p:cNvSpPr/>
            <p:nvPr/>
          </p:nvSpPr>
          <p:spPr>
            <a:xfrm>
              <a:off x="4293375" y="2777150"/>
              <a:ext cx="67000" cy="29300"/>
            </a:xfrm>
            <a:custGeom>
              <a:avLst/>
              <a:gdLst/>
              <a:ahLst/>
              <a:cxnLst/>
              <a:rect l="l" t="t" r="r" b="b"/>
              <a:pathLst>
                <a:path w="2680" h="1172" extrusionOk="0">
                  <a:moveTo>
                    <a:pt x="469" y="1"/>
                  </a:moveTo>
                  <a:cubicBezTo>
                    <a:pt x="248" y="1"/>
                    <a:pt x="51" y="120"/>
                    <a:pt x="25" y="302"/>
                  </a:cubicBezTo>
                  <a:cubicBezTo>
                    <a:pt x="1" y="505"/>
                    <a:pt x="167" y="695"/>
                    <a:pt x="406" y="755"/>
                  </a:cubicBezTo>
                  <a:cubicBezTo>
                    <a:pt x="1371" y="1001"/>
                    <a:pt x="2170" y="1172"/>
                    <a:pt x="2482" y="1172"/>
                  </a:cubicBezTo>
                  <a:cubicBezTo>
                    <a:pt x="2562" y="1172"/>
                    <a:pt x="2610" y="1160"/>
                    <a:pt x="2620" y="1136"/>
                  </a:cubicBezTo>
                  <a:cubicBezTo>
                    <a:pt x="2680" y="957"/>
                    <a:pt x="1477" y="398"/>
                    <a:pt x="715" y="52"/>
                  </a:cubicBezTo>
                  <a:cubicBezTo>
                    <a:pt x="635" y="17"/>
                    <a:pt x="550" y="1"/>
                    <a:pt x="4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52"/>
            <p:cNvSpPr/>
            <p:nvPr/>
          </p:nvSpPr>
          <p:spPr>
            <a:xfrm>
              <a:off x="4294875" y="2763225"/>
              <a:ext cx="82475" cy="25825"/>
            </a:xfrm>
            <a:custGeom>
              <a:avLst/>
              <a:gdLst/>
              <a:ahLst/>
              <a:cxnLst/>
              <a:rect l="l" t="t" r="r" b="b"/>
              <a:pathLst>
                <a:path w="3299" h="1033" extrusionOk="0">
                  <a:moveTo>
                    <a:pt x="440" y="1"/>
                  </a:moveTo>
                  <a:cubicBezTo>
                    <a:pt x="245" y="1"/>
                    <a:pt x="76" y="136"/>
                    <a:pt x="36" y="347"/>
                  </a:cubicBezTo>
                  <a:cubicBezTo>
                    <a:pt x="0" y="586"/>
                    <a:pt x="155" y="800"/>
                    <a:pt x="405" y="836"/>
                  </a:cubicBezTo>
                  <a:cubicBezTo>
                    <a:pt x="1075" y="921"/>
                    <a:pt x="2055" y="1032"/>
                    <a:pt x="2670" y="1032"/>
                  </a:cubicBezTo>
                  <a:cubicBezTo>
                    <a:pt x="2995" y="1032"/>
                    <a:pt x="3218" y="1001"/>
                    <a:pt x="3239" y="919"/>
                  </a:cubicBezTo>
                  <a:cubicBezTo>
                    <a:pt x="3298" y="669"/>
                    <a:pt x="1524" y="240"/>
                    <a:pt x="548" y="14"/>
                  </a:cubicBezTo>
                  <a:cubicBezTo>
                    <a:pt x="512" y="5"/>
                    <a:pt x="476" y="1"/>
                    <a:pt x="4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52"/>
            <p:cNvSpPr/>
            <p:nvPr/>
          </p:nvSpPr>
          <p:spPr>
            <a:xfrm>
              <a:off x="4297550" y="2747475"/>
              <a:ext cx="90500" cy="22075"/>
            </a:xfrm>
            <a:custGeom>
              <a:avLst/>
              <a:gdLst/>
              <a:ahLst/>
              <a:cxnLst/>
              <a:rect l="l" t="t" r="r" b="b"/>
              <a:pathLst>
                <a:path w="3620" h="883" extrusionOk="0">
                  <a:moveTo>
                    <a:pt x="487" y="0"/>
                  </a:moveTo>
                  <a:cubicBezTo>
                    <a:pt x="283" y="0"/>
                    <a:pt x="95" y="140"/>
                    <a:pt x="72" y="346"/>
                  </a:cubicBezTo>
                  <a:lnTo>
                    <a:pt x="36" y="394"/>
                  </a:lnTo>
                  <a:cubicBezTo>
                    <a:pt x="0" y="644"/>
                    <a:pt x="191" y="882"/>
                    <a:pt x="453" y="882"/>
                  </a:cubicBezTo>
                  <a:cubicBezTo>
                    <a:pt x="1572" y="882"/>
                    <a:pt x="3596" y="870"/>
                    <a:pt x="3608" y="596"/>
                  </a:cubicBezTo>
                  <a:cubicBezTo>
                    <a:pt x="3620" y="335"/>
                    <a:pt x="1524" y="96"/>
                    <a:pt x="512" y="1"/>
                  </a:cubicBezTo>
                  <a:cubicBezTo>
                    <a:pt x="504" y="1"/>
                    <a:pt x="496" y="0"/>
                    <a:pt x="4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52"/>
            <p:cNvSpPr/>
            <p:nvPr/>
          </p:nvSpPr>
          <p:spPr>
            <a:xfrm>
              <a:off x="4300575" y="2731975"/>
              <a:ext cx="85700" cy="20950"/>
            </a:xfrm>
            <a:custGeom>
              <a:avLst/>
              <a:gdLst/>
              <a:ahLst/>
              <a:cxnLst/>
              <a:rect l="l" t="t" r="r" b="b"/>
              <a:pathLst>
                <a:path w="3428" h="838" extrusionOk="0">
                  <a:moveTo>
                    <a:pt x="456" y="0"/>
                  </a:moveTo>
                  <a:cubicBezTo>
                    <a:pt x="273" y="0"/>
                    <a:pt x="91" y="49"/>
                    <a:pt x="70" y="240"/>
                  </a:cubicBezTo>
                  <a:lnTo>
                    <a:pt x="34" y="347"/>
                  </a:lnTo>
                  <a:cubicBezTo>
                    <a:pt x="0" y="598"/>
                    <a:pt x="194" y="837"/>
                    <a:pt x="451" y="837"/>
                  </a:cubicBezTo>
                  <a:cubicBezTo>
                    <a:pt x="462" y="837"/>
                    <a:pt x="474" y="837"/>
                    <a:pt x="487" y="835"/>
                  </a:cubicBezTo>
                  <a:cubicBezTo>
                    <a:pt x="1534" y="740"/>
                    <a:pt x="3428" y="550"/>
                    <a:pt x="3356" y="288"/>
                  </a:cubicBezTo>
                  <a:cubicBezTo>
                    <a:pt x="3297" y="73"/>
                    <a:pt x="1832" y="62"/>
                    <a:pt x="522" y="2"/>
                  </a:cubicBezTo>
                  <a:cubicBezTo>
                    <a:pt x="500" y="1"/>
                    <a:pt x="478" y="0"/>
                    <a:pt x="4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52"/>
            <p:cNvSpPr/>
            <p:nvPr/>
          </p:nvSpPr>
          <p:spPr>
            <a:xfrm>
              <a:off x="4392200" y="2290600"/>
              <a:ext cx="245300" cy="111350"/>
            </a:xfrm>
            <a:custGeom>
              <a:avLst/>
              <a:gdLst/>
              <a:ahLst/>
              <a:cxnLst/>
              <a:rect l="l" t="t" r="r" b="b"/>
              <a:pathLst>
                <a:path w="9812" h="4454" extrusionOk="0">
                  <a:moveTo>
                    <a:pt x="4943" y="0"/>
                  </a:moveTo>
                  <a:cubicBezTo>
                    <a:pt x="4154" y="0"/>
                    <a:pt x="2597" y="154"/>
                    <a:pt x="1501" y="1250"/>
                  </a:cubicBezTo>
                  <a:cubicBezTo>
                    <a:pt x="1" y="2786"/>
                    <a:pt x="655" y="4453"/>
                    <a:pt x="655" y="4453"/>
                  </a:cubicBezTo>
                  <a:lnTo>
                    <a:pt x="7811" y="4453"/>
                  </a:lnTo>
                  <a:cubicBezTo>
                    <a:pt x="7823" y="4453"/>
                    <a:pt x="9811" y="857"/>
                    <a:pt x="5442" y="24"/>
                  </a:cubicBezTo>
                  <a:cubicBezTo>
                    <a:pt x="5442" y="24"/>
                    <a:pt x="5251" y="0"/>
                    <a:pt x="49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67"/>
                                        </p:tgtEl>
                                        <p:attrNameLst>
                                          <p:attrName>style.visibility</p:attrName>
                                        </p:attrNameLst>
                                      </p:cBhvr>
                                      <p:to>
                                        <p:strVal val="visible"/>
                                      </p:to>
                                    </p:set>
                                    <p:anim calcmode="lin" valueType="num">
                                      <p:cBhvr additive="base">
                                        <p:cTn id="7" dur="1000"/>
                                        <p:tgtEl>
                                          <p:spTgt spid="467"/>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466"/>
                                        </p:tgtEl>
                                        <p:attrNameLst>
                                          <p:attrName>style.visibility</p:attrName>
                                        </p:attrNameLst>
                                      </p:cBhvr>
                                      <p:to>
                                        <p:strVal val="visible"/>
                                      </p:to>
                                    </p:set>
                                    <p:anim calcmode="lin" valueType="num">
                                      <p:cBhvr additive="base">
                                        <p:cTn id="10" dur="1000"/>
                                        <p:tgtEl>
                                          <p:spTgt spid="46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58"/>
          <p:cNvSpPr txBox="1">
            <a:spLocks noGrp="1"/>
          </p:cNvSpPr>
          <p:nvPr>
            <p:ph type="title"/>
          </p:nvPr>
        </p:nvSpPr>
        <p:spPr>
          <a:xfrm>
            <a:off x="713225" y="201100"/>
            <a:ext cx="77175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Problem</a:t>
            </a:r>
            <a:endParaRPr dirty="0"/>
          </a:p>
        </p:txBody>
      </p:sp>
      <p:sp>
        <p:nvSpPr>
          <p:cNvPr id="809" name="Google Shape;809;p58"/>
          <p:cNvSpPr txBox="1">
            <a:spLocks noGrp="1"/>
          </p:cNvSpPr>
          <p:nvPr>
            <p:ph type="subTitle" idx="1"/>
          </p:nvPr>
        </p:nvSpPr>
        <p:spPr>
          <a:xfrm>
            <a:off x="2976000" y="3623075"/>
            <a:ext cx="3192000" cy="976200"/>
          </a:xfrm>
          <a:prstGeom prst="rect">
            <a:avLst/>
          </a:prstGeom>
        </p:spPr>
        <p:txBody>
          <a:bodyPr spcFirstLastPara="1" wrap="square" lIns="91425" tIns="91425" rIns="91425" bIns="91425" anchor="t" anchorCtr="0">
            <a:noAutofit/>
          </a:bodyPr>
          <a:lstStyle/>
          <a:p>
            <a:pPr marL="0" indent="0"/>
            <a:r>
              <a:rPr lang="fr-FR" dirty="0">
                <a:solidFill>
                  <a:schemeClr val="tx1"/>
                </a:solidFill>
                <a:latin typeface="Roboto" panose="020B0604020202020204" charset="0"/>
                <a:ea typeface="Roboto" panose="020B0604020202020204" charset="0"/>
              </a:rPr>
              <a:t>Comment aider les restaurants à mieux gérer les commandes et les livraisons</a:t>
            </a:r>
          </a:p>
        </p:txBody>
      </p:sp>
      <p:grpSp>
        <p:nvGrpSpPr>
          <p:cNvPr id="810" name="Google Shape;810;p58"/>
          <p:cNvGrpSpPr/>
          <p:nvPr/>
        </p:nvGrpSpPr>
        <p:grpSpPr>
          <a:xfrm>
            <a:off x="5505302" y="888596"/>
            <a:ext cx="1223832" cy="1045298"/>
            <a:chOff x="5505302" y="888596"/>
            <a:chExt cx="1223832" cy="1045298"/>
          </a:xfrm>
        </p:grpSpPr>
        <p:sp>
          <p:nvSpPr>
            <p:cNvPr id="811" name="Google Shape;811;p58"/>
            <p:cNvSpPr/>
            <p:nvPr/>
          </p:nvSpPr>
          <p:spPr>
            <a:xfrm flipH="1">
              <a:off x="5505302" y="888596"/>
              <a:ext cx="1223832" cy="1045298"/>
            </a:xfrm>
            <a:custGeom>
              <a:avLst/>
              <a:gdLst/>
              <a:ahLst/>
              <a:cxnLst/>
              <a:rect l="l" t="t" r="r" b="b"/>
              <a:pathLst>
                <a:path w="28105" h="24005" extrusionOk="0">
                  <a:moveTo>
                    <a:pt x="2052" y="0"/>
                  </a:moveTo>
                  <a:cubicBezTo>
                    <a:pt x="919" y="0"/>
                    <a:pt x="1" y="918"/>
                    <a:pt x="1" y="2052"/>
                  </a:cubicBezTo>
                  <a:lnTo>
                    <a:pt x="1" y="15485"/>
                  </a:lnTo>
                  <a:cubicBezTo>
                    <a:pt x="1" y="16619"/>
                    <a:pt x="919" y="17537"/>
                    <a:pt x="2052" y="17537"/>
                  </a:cubicBezTo>
                  <a:lnTo>
                    <a:pt x="18239" y="17537"/>
                  </a:lnTo>
                  <a:lnTo>
                    <a:pt x="24707" y="24004"/>
                  </a:lnTo>
                  <a:lnTo>
                    <a:pt x="24707" y="17537"/>
                  </a:lnTo>
                  <a:lnTo>
                    <a:pt x="26053" y="17537"/>
                  </a:lnTo>
                  <a:cubicBezTo>
                    <a:pt x="27185" y="17537"/>
                    <a:pt x="28103" y="16619"/>
                    <a:pt x="28103" y="15485"/>
                  </a:cubicBezTo>
                  <a:lnTo>
                    <a:pt x="28103" y="2052"/>
                  </a:lnTo>
                  <a:cubicBezTo>
                    <a:pt x="28104" y="918"/>
                    <a:pt x="27185" y="0"/>
                    <a:pt x="260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nvGrpSpPr>
            <p:cNvPr id="812" name="Google Shape;812;p58"/>
            <p:cNvGrpSpPr/>
            <p:nvPr/>
          </p:nvGrpSpPr>
          <p:grpSpPr>
            <a:xfrm>
              <a:off x="5786204" y="1052830"/>
              <a:ext cx="662003" cy="466411"/>
              <a:chOff x="5786204" y="1052830"/>
              <a:chExt cx="662003" cy="466411"/>
            </a:xfrm>
          </p:grpSpPr>
          <p:grpSp>
            <p:nvGrpSpPr>
              <p:cNvPr id="813" name="Google Shape;813;p58"/>
              <p:cNvGrpSpPr/>
              <p:nvPr/>
            </p:nvGrpSpPr>
            <p:grpSpPr>
              <a:xfrm>
                <a:off x="5786204" y="1052830"/>
                <a:ext cx="662003" cy="466411"/>
                <a:chOff x="3028200" y="1978900"/>
                <a:chExt cx="544500" cy="383625"/>
              </a:xfrm>
            </p:grpSpPr>
            <p:sp>
              <p:nvSpPr>
                <p:cNvPr id="814" name="Google Shape;814;p58"/>
                <p:cNvSpPr/>
                <p:nvPr/>
              </p:nvSpPr>
              <p:spPr>
                <a:xfrm>
                  <a:off x="3028200" y="1978900"/>
                  <a:ext cx="332225" cy="383625"/>
                </a:xfrm>
                <a:custGeom>
                  <a:avLst/>
                  <a:gdLst/>
                  <a:ahLst/>
                  <a:cxnLst/>
                  <a:rect l="l" t="t" r="r" b="b"/>
                  <a:pathLst>
                    <a:path w="13289" h="15345" extrusionOk="0">
                      <a:moveTo>
                        <a:pt x="3165" y="1"/>
                      </a:moveTo>
                      <a:lnTo>
                        <a:pt x="2916" y="391"/>
                      </a:lnTo>
                      <a:cubicBezTo>
                        <a:pt x="0" y="4964"/>
                        <a:pt x="447" y="10911"/>
                        <a:pt x="4016" y="14996"/>
                      </a:cubicBezTo>
                      <a:lnTo>
                        <a:pt x="4320" y="15344"/>
                      </a:lnTo>
                      <a:lnTo>
                        <a:pt x="13289" y="10693"/>
                      </a:lnTo>
                      <a:lnTo>
                        <a:pt x="8715" y="1876"/>
                      </a:lnTo>
                      <a:lnTo>
                        <a:pt x="31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5" name="Google Shape;815;p58"/>
                <p:cNvSpPr/>
                <p:nvPr/>
              </p:nvSpPr>
              <p:spPr>
                <a:xfrm>
                  <a:off x="3028200" y="1978900"/>
                  <a:ext cx="173275" cy="383625"/>
                </a:xfrm>
                <a:custGeom>
                  <a:avLst/>
                  <a:gdLst/>
                  <a:ahLst/>
                  <a:cxnLst/>
                  <a:rect l="l" t="t" r="r" b="b"/>
                  <a:pathLst>
                    <a:path w="6931" h="15345" extrusionOk="0">
                      <a:moveTo>
                        <a:pt x="3165" y="1"/>
                      </a:moveTo>
                      <a:lnTo>
                        <a:pt x="2916" y="391"/>
                      </a:lnTo>
                      <a:cubicBezTo>
                        <a:pt x="0" y="4964"/>
                        <a:pt x="447" y="10911"/>
                        <a:pt x="4016" y="14996"/>
                      </a:cubicBezTo>
                      <a:lnTo>
                        <a:pt x="4320" y="15344"/>
                      </a:lnTo>
                      <a:lnTo>
                        <a:pt x="6931" y="13990"/>
                      </a:lnTo>
                      <a:cubicBezTo>
                        <a:pt x="4078" y="10204"/>
                        <a:pt x="3670" y="5103"/>
                        <a:pt x="5870" y="915"/>
                      </a:cubicBezTo>
                      <a:lnTo>
                        <a:pt x="316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6" name="Google Shape;816;p58"/>
                <p:cNvSpPr/>
                <p:nvPr/>
              </p:nvSpPr>
              <p:spPr>
                <a:xfrm>
                  <a:off x="3229075" y="2020050"/>
                  <a:ext cx="343625" cy="308425"/>
                </a:xfrm>
                <a:custGeom>
                  <a:avLst/>
                  <a:gdLst/>
                  <a:ahLst/>
                  <a:cxnLst/>
                  <a:rect l="l" t="t" r="r" b="b"/>
                  <a:pathLst>
                    <a:path w="13745" h="12337" extrusionOk="0">
                      <a:moveTo>
                        <a:pt x="1" y="0"/>
                      </a:moveTo>
                      <a:lnTo>
                        <a:pt x="4811" y="9276"/>
                      </a:lnTo>
                      <a:lnTo>
                        <a:pt x="6300" y="8504"/>
                      </a:lnTo>
                      <a:lnTo>
                        <a:pt x="7936" y="11658"/>
                      </a:lnTo>
                      <a:cubicBezTo>
                        <a:pt x="8159" y="12089"/>
                        <a:pt x="8598" y="12336"/>
                        <a:pt x="9052" y="12336"/>
                      </a:cubicBezTo>
                      <a:cubicBezTo>
                        <a:pt x="9247" y="12336"/>
                        <a:pt x="9445" y="12291"/>
                        <a:pt x="9631" y="12195"/>
                      </a:cubicBezTo>
                      <a:cubicBezTo>
                        <a:pt x="10247" y="11874"/>
                        <a:pt x="10488" y="11115"/>
                        <a:pt x="10169" y="10499"/>
                      </a:cubicBezTo>
                      <a:lnTo>
                        <a:pt x="8533" y="7346"/>
                      </a:lnTo>
                      <a:lnTo>
                        <a:pt x="13744" y="4644"/>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17" name="Google Shape;817;p58"/>
                <p:cNvSpPr/>
                <p:nvPr/>
              </p:nvSpPr>
              <p:spPr>
                <a:xfrm>
                  <a:off x="3290100" y="2046300"/>
                  <a:ext cx="152175" cy="95600"/>
                </a:xfrm>
                <a:custGeom>
                  <a:avLst/>
                  <a:gdLst/>
                  <a:ahLst/>
                  <a:cxnLst/>
                  <a:rect l="l" t="t" r="r" b="b"/>
                  <a:pathLst>
                    <a:path w="6087" h="3824" extrusionOk="0">
                      <a:moveTo>
                        <a:pt x="489" y="1"/>
                      </a:moveTo>
                      <a:lnTo>
                        <a:pt x="489" y="1"/>
                      </a:lnTo>
                      <a:cubicBezTo>
                        <a:pt x="0" y="1546"/>
                        <a:pt x="855" y="3195"/>
                        <a:pt x="2401" y="3686"/>
                      </a:cubicBezTo>
                      <a:cubicBezTo>
                        <a:pt x="2696" y="3779"/>
                        <a:pt x="2994" y="3823"/>
                        <a:pt x="3288" y="3823"/>
                      </a:cubicBezTo>
                      <a:cubicBezTo>
                        <a:pt x="4533" y="3823"/>
                        <a:pt x="5689" y="3025"/>
                        <a:pt x="6086" y="1775"/>
                      </a:cubicBezTo>
                      <a:lnTo>
                        <a:pt x="4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sp>
            <p:nvSpPr>
              <p:cNvPr id="818" name="Google Shape;818;p58"/>
              <p:cNvSpPr/>
              <p:nvPr/>
            </p:nvSpPr>
            <p:spPr>
              <a:xfrm>
                <a:off x="5992850" y="1257925"/>
                <a:ext cx="95100" cy="951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grpSp>
      <p:grpSp>
        <p:nvGrpSpPr>
          <p:cNvPr id="819" name="Google Shape;819;p58"/>
          <p:cNvGrpSpPr/>
          <p:nvPr/>
        </p:nvGrpSpPr>
        <p:grpSpPr>
          <a:xfrm>
            <a:off x="3271919" y="1483968"/>
            <a:ext cx="2600173" cy="1778190"/>
            <a:chOff x="8272025" y="3231288"/>
            <a:chExt cx="3394925" cy="2321700"/>
          </a:xfrm>
        </p:grpSpPr>
        <p:sp>
          <p:nvSpPr>
            <p:cNvPr id="820" name="Google Shape;820;p58"/>
            <p:cNvSpPr/>
            <p:nvPr/>
          </p:nvSpPr>
          <p:spPr>
            <a:xfrm>
              <a:off x="8272025" y="5109488"/>
              <a:ext cx="3394925" cy="443500"/>
            </a:xfrm>
            <a:custGeom>
              <a:avLst/>
              <a:gdLst/>
              <a:ahLst/>
              <a:cxnLst/>
              <a:rect l="l" t="t" r="r" b="b"/>
              <a:pathLst>
                <a:path w="135797" h="17740" extrusionOk="0">
                  <a:moveTo>
                    <a:pt x="67899" y="0"/>
                  </a:moveTo>
                  <a:cubicBezTo>
                    <a:pt x="49892" y="0"/>
                    <a:pt x="32621" y="935"/>
                    <a:pt x="19888" y="2599"/>
                  </a:cubicBezTo>
                  <a:cubicBezTo>
                    <a:pt x="7154" y="4261"/>
                    <a:pt x="1" y="6517"/>
                    <a:pt x="1" y="8870"/>
                  </a:cubicBezTo>
                  <a:cubicBezTo>
                    <a:pt x="1" y="11222"/>
                    <a:pt x="7154" y="13479"/>
                    <a:pt x="19888" y="15141"/>
                  </a:cubicBezTo>
                  <a:cubicBezTo>
                    <a:pt x="32621" y="16805"/>
                    <a:pt x="49892" y="17740"/>
                    <a:pt x="67899" y="17740"/>
                  </a:cubicBezTo>
                  <a:cubicBezTo>
                    <a:pt x="85907" y="17740"/>
                    <a:pt x="103176" y="16805"/>
                    <a:pt x="115909" y="15141"/>
                  </a:cubicBezTo>
                  <a:cubicBezTo>
                    <a:pt x="128642" y="13479"/>
                    <a:pt x="135796" y="11222"/>
                    <a:pt x="135796" y="8870"/>
                  </a:cubicBezTo>
                  <a:cubicBezTo>
                    <a:pt x="135796" y="6517"/>
                    <a:pt x="128642" y="4261"/>
                    <a:pt x="115909" y="2599"/>
                  </a:cubicBezTo>
                  <a:cubicBezTo>
                    <a:pt x="103176" y="935"/>
                    <a:pt x="85907" y="0"/>
                    <a:pt x="678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58"/>
            <p:cNvSpPr/>
            <p:nvPr/>
          </p:nvSpPr>
          <p:spPr>
            <a:xfrm>
              <a:off x="8806150" y="3422263"/>
              <a:ext cx="2444125" cy="1048825"/>
            </a:xfrm>
            <a:custGeom>
              <a:avLst/>
              <a:gdLst/>
              <a:ahLst/>
              <a:cxnLst/>
              <a:rect l="l" t="t" r="r" b="b"/>
              <a:pathLst>
                <a:path w="97765" h="41953" extrusionOk="0">
                  <a:moveTo>
                    <a:pt x="62916" y="0"/>
                  </a:moveTo>
                  <a:cubicBezTo>
                    <a:pt x="59429" y="0"/>
                    <a:pt x="55942" y="135"/>
                    <a:pt x="52490" y="292"/>
                  </a:cubicBezTo>
                  <a:cubicBezTo>
                    <a:pt x="42429" y="747"/>
                    <a:pt x="32288" y="471"/>
                    <a:pt x="22253" y="1133"/>
                  </a:cubicBezTo>
                  <a:cubicBezTo>
                    <a:pt x="11202" y="1865"/>
                    <a:pt x="7112" y="6937"/>
                    <a:pt x="4674" y="17153"/>
                  </a:cubicBezTo>
                  <a:cubicBezTo>
                    <a:pt x="3325" y="22812"/>
                    <a:pt x="2615" y="28747"/>
                    <a:pt x="2465" y="34565"/>
                  </a:cubicBezTo>
                  <a:lnTo>
                    <a:pt x="1" y="41952"/>
                  </a:lnTo>
                  <a:lnTo>
                    <a:pt x="97764" y="41952"/>
                  </a:lnTo>
                  <a:lnTo>
                    <a:pt x="95302" y="34565"/>
                  </a:lnTo>
                  <a:cubicBezTo>
                    <a:pt x="95302" y="34565"/>
                    <a:pt x="94562" y="6001"/>
                    <a:pt x="84464" y="2798"/>
                  </a:cubicBezTo>
                  <a:cubicBezTo>
                    <a:pt x="77496" y="589"/>
                    <a:pt x="70206" y="0"/>
                    <a:pt x="629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58"/>
            <p:cNvSpPr/>
            <p:nvPr/>
          </p:nvSpPr>
          <p:spPr>
            <a:xfrm>
              <a:off x="8430750" y="4082838"/>
              <a:ext cx="646325" cy="926525"/>
            </a:xfrm>
            <a:custGeom>
              <a:avLst/>
              <a:gdLst/>
              <a:ahLst/>
              <a:cxnLst/>
              <a:rect l="l" t="t" r="r" b="b"/>
              <a:pathLst>
                <a:path w="25853" h="37061" extrusionOk="0">
                  <a:moveTo>
                    <a:pt x="19840" y="1"/>
                  </a:moveTo>
                  <a:cubicBezTo>
                    <a:pt x="14163" y="1"/>
                    <a:pt x="1" y="11149"/>
                    <a:pt x="243" y="13559"/>
                  </a:cubicBezTo>
                  <a:cubicBezTo>
                    <a:pt x="489" y="16020"/>
                    <a:pt x="3198" y="33505"/>
                    <a:pt x="4921" y="34245"/>
                  </a:cubicBezTo>
                  <a:cubicBezTo>
                    <a:pt x="6270" y="34823"/>
                    <a:pt x="9279" y="37060"/>
                    <a:pt x="12413" y="37060"/>
                  </a:cubicBezTo>
                  <a:cubicBezTo>
                    <a:pt x="13283" y="37060"/>
                    <a:pt x="14162" y="36888"/>
                    <a:pt x="15018" y="36460"/>
                  </a:cubicBezTo>
                  <a:cubicBezTo>
                    <a:pt x="18957" y="34491"/>
                    <a:pt x="25853" y="11590"/>
                    <a:pt x="25853" y="11590"/>
                  </a:cubicBezTo>
                  <a:lnTo>
                    <a:pt x="25853" y="5187"/>
                  </a:lnTo>
                  <a:cubicBezTo>
                    <a:pt x="25853" y="5187"/>
                    <a:pt x="25607" y="508"/>
                    <a:pt x="20189" y="16"/>
                  </a:cubicBezTo>
                  <a:cubicBezTo>
                    <a:pt x="20077" y="6"/>
                    <a:pt x="19960" y="1"/>
                    <a:pt x="198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58"/>
            <p:cNvSpPr/>
            <p:nvPr/>
          </p:nvSpPr>
          <p:spPr>
            <a:xfrm>
              <a:off x="10930125" y="4082838"/>
              <a:ext cx="646275" cy="926525"/>
            </a:xfrm>
            <a:custGeom>
              <a:avLst/>
              <a:gdLst/>
              <a:ahLst/>
              <a:cxnLst/>
              <a:rect l="l" t="t" r="r" b="b"/>
              <a:pathLst>
                <a:path w="25851" h="37061" extrusionOk="0">
                  <a:moveTo>
                    <a:pt x="6013" y="1"/>
                  </a:moveTo>
                  <a:cubicBezTo>
                    <a:pt x="5893" y="1"/>
                    <a:pt x="5776" y="6"/>
                    <a:pt x="5664" y="16"/>
                  </a:cubicBezTo>
                  <a:cubicBezTo>
                    <a:pt x="247" y="508"/>
                    <a:pt x="0" y="5187"/>
                    <a:pt x="0" y="5187"/>
                  </a:cubicBezTo>
                  <a:lnTo>
                    <a:pt x="0" y="11590"/>
                  </a:lnTo>
                  <a:cubicBezTo>
                    <a:pt x="0" y="11590"/>
                    <a:pt x="6896" y="34491"/>
                    <a:pt x="10835" y="36460"/>
                  </a:cubicBezTo>
                  <a:cubicBezTo>
                    <a:pt x="11691" y="36888"/>
                    <a:pt x="12570" y="37060"/>
                    <a:pt x="13440" y="37060"/>
                  </a:cubicBezTo>
                  <a:cubicBezTo>
                    <a:pt x="16574" y="37060"/>
                    <a:pt x="19583" y="34823"/>
                    <a:pt x="20931" y="34245"/>
                  </a:cubicBezTo>
                  <a:cubicBezTo>
                    <a:pt x="22655" y="33505"/>
                    <a:pt x="25364" y="16020"/>
                    <a:pt x="25610" y="13559"/>
                  </a:cubicBezTo>
                  <a:cubicBezTo>
                    <a:pt x="25851" y="11149"/>
                    <a:pt x="11688" y="1"/>
                    <a:pt x="601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58"/>
            <p:cNvSpPr/>
            <p:nvPr/>
          </p:nvSpPr>
          <p:spPr>
            <a:xfrm>
              <a:off x="8750775" y="4354113"/>
              <a:ext cx="2517950" cy="277050"/>
            </a:xfrm>
            <a:custGeom>
              <a:avLst/>
              <a:gdLst/>
              <a:ahLst/>
              <a:cxnLst/>
              <a:rect l="l" t="t" r="r" b="b"/>
              <a:pathLst>
                <a:path w="100718" h="11082" extrusionOk="0">
                  <a:moveTo>
                    <a:pt x="87174" y="1"/>
                  </a:moveTo>
                  <a:lnTo>
                    <a:pt x="13052" y="739"/>
                  </a:lnTo>
                  <a:cubicBezTo>
                    <a:pt x="12964" y="873"/>
                    <a:pt x="12484" y="1292"/>
                    <a:pt x="11756" y="1893"/>
                  </a:cubicBezTo>
                  <a:cubicBezTo>
                    <a:pt x="8444" y="4625"/>
                    <a:pt x="1" y="11081"/>
                    <a:pt x="1" y="11081"/>
                  </a:cubicBezTo>
                  <a:lnTo>
                    <a:pt x="100718" y="11081"/>
                  </a:lnTo>
                  <a:lnTo>
                    <a:pt x="8717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8"/>
            <p:cNvSpPr/>
            <p:nvPr/>
          </p:nvSpPr>
          <p:spPr>
            <a:xfrm>
              <a:off x="8750775" y="4631138"/>
              <a:ext cx="2517950" cy="254500"/>
            </a:xfrm>
            <a:custGeom>
              <a:avLst/>
              <a:gdLst/>
              <a:ahLst/>
              <a:cxnLst/>
              <a:rect l="l" t="t" r="r" b="b"/>
              <a:pathLst>
                <a:path w="100718" h="10180" extrusionOk="0">
                  <a:moveTo>
                    <a:pt x="1" y="0"/>
                  </a:moveTo>
                  <a:lnTo>
                    <a:pt x="1" y="10179"/>
                  </a:lnTo>
                  <a:lnTo>
                    <a:pt x="100649" y="10179"/>
                  </a:lnTo>
                  <a:lnTo>
                    <a:pt x="10071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8"/>
            <p:cNvSpPr/>
            <p:nvPr/>
          </p:nvSpPr>
          <p:spPr>
            <a:xfrm>
              <a:off x="8585250" y="5135938"/>
              <a:ext cx="251725" cy="289375"/>
            </a:xfrm>
            <a:custGeom>
              <a:avLst/>
              <a:gdLst/>
              <a:ahLst/>
              <a:cxnLst/>
              <a:rect l="l" t="t" r="r" b="b"/>
              <a:pathLst>
                <a:path w="10069" h="11575" extrusionOk="0">
                  <a:moveTo>
                    <a:pt x="3420" y="1"/>
                  </a:moveTo>
                  <a:lnTo>
                    <a:pt x="268" y="9877"/>
                  </a:lnTo>
                  <a:cubicBezTo>
                    <a:pt x="0" y="10717"/>
                    <a:pt x="627" y="11575"/>
                    <a:pt x="1508" y="11575"/>
                  </a:cubicBezTo>
                  <a:cubicBezTo>
                    <a:pt x="1935" y="11575"/>
                    <a:pt x="2333" y="11366"/>
                    <a:pt x="2577" y="11017"/>
                  </a:cubicBezTo>
                  <a:lnTo>
                    <a:pt x="10069" y="248"/>
                  </a:lnTo>
                  <a:lnTo>
                    <a:pt x="342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8"/>
            <p:cNvSpPr/>
            <p:nvPr/>
          </p:nvSpPr>
          <p:spPr>
            <a:xfrm>
              <a:off x="11182175" y="5135938"/>
              <a:ext cx="251750" cy="289375"/>
            </a:xfrm>
            <a:custGeom>
              <a:avLst/>
              <a:gdLst/>
              <a:ahLst/>
              <a:cxnLst/>
              <a:rect l="l" t="t" r="r" b="b"/>
              <a:pathLst>
                <a:path w="10070" h="11575" extrusionOk="0">
                  <a:moveTo>
                    <a:pt x="6650" y="1"/>
                  </a:moveTo>
                  <a:lnTo>
                    <a:pt x="1" y="248"/>
                  </a:lnTo>
                  <a:lnTo>
                    <a:pt x="7493" y="11017"/>
                  </a:lnTo>
                  <a:cubicBezTo>
                    <a:pt x="7736" y="11366"/>
                    <a:pt x="8135" y="11575"/>
                    <a:pt x="8561" y="11575"/>
                  </a:cubicBezTo>
                  <a:cubicBezTo>
                    <a:pt x="9442" y="11575"/>
                    <a:pt x="10069" y="10717"/>
                    <a:pt x="9801" y="9877"/>
                  </a:cubicBezTo>
                  <a:lnTo>
                    <a:pt x="665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8"/>
            <p:cNvSpPr/>
            <p:nvPr/>
          </p:nvSpPr>
          <p:spPr>
            <a:xfrm>
              <a:off x="8401625" y="4333888"/>
              <a:ext cx="3214500" cy="846575"/>
            </a:xfrm>
            <a:custGeom>
              <a:avLst/>
              <a:gdLst/>
              <a:ahLst/>
              <a:cxnLst/>
              <a:rect l="l" t="t" r="r" b="b"/>
              <a:pathLst>
                <a:path w="128580" h="33863" extrusionOk="0">
                  <a:moveTo>
                    <a:pt x="6915" y="1"/>
                  </a:moveTo>
                  <a:cubicBezTo>
                    <a:pt x="5989" y="1"/>
                    <a:pt x="5134" y="230"/>
                    <a:pt x="4331" y="624"/>
                  </a:cubicBezTo>
                  <a:cubicBezTo>
                    <a:pt x="1499" y="2014"/>
                    <a:pt x="0" y="5190"/>
                    <a:pt x="424" y="8317"/>
                  </a:cubicBezTo>
                  <a:cubicBezTo>
                    <a:pt x="1118" y="13448"/>
                    <a:pt x="2430" y="22345"/>
                    <a:pt x="3623" y="25927"/>
                  </a:cubicBezTo>
                  <a:cubicBezTo>
                    <a:pt x="5347" y="31098"/>
                    <a:pt x="5347" y="32083"/>
                    <a:pt x="9042" y="33315"/>
                  </a:cubicBezTo>
                  <a:cubicBezTo>
                    <a:pt x="10273" y="33725"/>
                    <a:pt x="17112" y="33862"/>
                    <a:pt x="25684" y="33862"/>
                  </a:cubicBezTo>
                  <a:cubicBezTo>
                    <a:pt x="39418" y="33862"/>
                    <a:pt x="57601" y="33511"/>
                    <a:pt x="64291" y="33371"/>
                  </a:cubicBezTo>
                  <a:cubicBezTo>
                    <a:pt x="70980" y="33511"/>
                    <a:pt x="89163" y="33862"/>
                    <a:pt x="102898" y="33862"/>
                  </a:cubicBezTo>
                  <a:cubicBezTo>
                    <a:pt x="111470" y="33862"/>
                    <a:pt x="118309" y="33725"/>
                    <a:pt x="119540" y="33315"/>
                  </a:cubicBezTo>
                  <a:cubicBezTo>
                    <a:pt x="123234" y="32083"/>
                    <a:pt x="123234" y="31097"/>
                    <a:pt x="124957" y="25927"/>
                  </a:cubicBezTo>
                  <a:cubicBezTo>
                    <a:pt x="126152" y="22345"/>
                    <a:pt x="127464" y="13450"/>
                    <a:pt x="128158" y="8317"/>
                  </a:cubicBezTo>
                  <a:cubicBezTo>
                    <a:pt x="128580" y="5190"/>
                    <a:pt x="127083" y="2014"/>
                    <a:pt x="124250" y="624"/>
                  </a:cubicBezTo>
                  <a:cubicBezTo>
                    <a:pt x="123448" y="231"/>
                    <a:pt x="122594" y="1"/>
                    <a:pt x="121669" y="1"/>
                  </a:cubicBezTo>
                  <a:cubicBezTo>
                    <a:pt x="120713" y="1"/>
                    <a:pt x="119682" y="247"/>
                    <a:pt x="118555" y="810"/>
                  </a:cubicBezTo>
                  <a:cubicBezTo>
                    <a:pt x="114123" y="3025"/>
                    <a:pt x="114615" y="11890"/>
                    <a:pt x="114615" y="11890"/>
                  </a:cubicBezTo>
                  <a:lnTo>
                    <a:pt x="114615" y="21741"/>
                  </a:lnTo>
                  <a:lnTo>
                    <a:pt x="13967" y="21741"/>
                  </a:lnTo>
                  <a:lnTo>
                    <a:pt x="13967" y="11890"/>
                  </a:lnTo>
                  <a:cubicBezTo>
                    <a:pt x="13967" y="11890"/>
                    <a:pt x="14459" y="3025"/>
                    <a:pt x="10026" y="808"/>
                  </a:cubicBezTo>
                  <a:cubicBezTo>
                    <a:pt x="8900" y="246"/>
                    <a:pt x="7870" y="1"/>
                    <a:pt x="6915" y="1"/>
                  </a:cubicBez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58"/>
            <p:cNvSpPr/>
            <p:nvPr/>
          </p:nvSpPr>
          <p:spPr>
            <a:xfrm>
              <a:off x="10395250" y="4081188"/>
              <a:ext cx="658200" cy="611950"/>
            </a:xfrm>
            <a:custGeom>
              <a:avLst/>
              <a:gdLst/>
              <a:ahLst/>
              <a:cxnLst/>
              <a:rect l="l" t="t" r="r" b="b"/>
              <a:pathLst>
                <a:path w="26328" h="24478" extrusionOk="0">
                  <a:moveTo>
                    <a:pt x="20373" y="0"/>
                  </a:moveTo>
                  <a:cubicBezTo>
                    <a:pt x="18261" y="0"/>
                    <a:pt x="14291" y="1721"/>
                    <a:pt x="14291" y="1721"/>
                  </a:cubicBezTo>
                  <a:cubicBezTo>
                    <a:pt x="14291" y="1721"/>
                    <a:pt x="11753" y="3507"/>
                    <a:pt x="11096" y="3977"/>
                  </a:cubicBezTo>
                  <a:cubicBezTo>
                    <a:pt x="10437" y="4447"/>
                    <a:pt x="4326" y="5481"/>
                    <a:pt x="2351" y="5763"/>
                  </a:cubicBezTo>
                  <a:cubicBezTo>
                    <a:pt x="375" y="6045"/>
                    <a:pt x="0" y="13569"/>
                    <a:pt x="375" y="15825"/>
                  </a:cubicBezTo>
                  <a:cubicBezTo>
                    <a:pt x="752" y="18081"/>
                    <a:pt x="2256" y="18928"/>
                    <a:pt x="5641" y="20338"/>
                  </a:cubicBezTo>
                  <a:cubicBezTo>
                    <a:pt x="9026" y="21748"/>
                    <a:pt x="12506" y="24381"/>
                    <a:pt x="15797" y="24476"/>
                  </a:cubicBezTo>
                  <a:cubicBezTo>
                    <a:pt x="15828" y="24477"/>
                    <a:pt x="15860" y="24477"/>
                    <a:pt x="15892" y="24477"/>
                  </a:cubicBezTo>
                  <a:cubicBezTo>
                    <a:pt x="19190" y="24477"/>
                    <a:pt x="24455" y="19753"/>
                    <a:pt x="25387" y="17611"/>
                  </a:cubicBezTo>
                  <a:cubicBezTo>
                    <a:pt x="26327" y="15448"/>
                    <a:pt x="24823" y="10182"/>
                    <a:pt x="24728" y="9337"/>
                  </a:cubicBezTo>
                  <a:cubicBezTo>
                    <a:pt x="24635" y="8490"/>
                    <a:pt x="25105" y="8208"/>
                    <a:pt x="25669" y="7080"/>
                  </a:cubicBezTo>
                  <a:cubicBezTo>
                    <a:pt x="26234" y="5952"/>
                    <a:pt x="22754" y="1156"/>
                    <a:pt x="21343" y="215"/>
                  </a:cubicBezTo>
                  <a:cubicBezTo>
                    <a:pt x="21116" y="64"/>
                    <a:pt x="20779" y="0"/>
                    <a:pt x="203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8"/>
            <p:cNvSpPr/>
            <p:nvPr/>
          </p:nvSpPr>
          <p:spPr>
            <a:xfrm>
              <a:off x="10277675" y="3231288"/>
              <a:ext cx="735825" cy="898050"/>
            </a:xfrm>
            <a:custGeom>
              <a:avLst/>
              <a:gdLst/>
              <a:ahLst/>
              <a:cxnLst/>
              <a:rect l="l" t="t" r="r" b="b"/>
              <a:pathLst>
                <a:path w="29433" h="35922" extrusionOk="0">
                  <a:moveTo>
                    <a:pt x="9241" y="0"/>
                  </a:moveTo>
                  <a:cubicBezTo>
                    <a:pt x="7403" y="0"/>
                    <a:pt x="5563" y="557"/>
                    <a:pt x="4703" y="1114"/>
                  </a:cubicBezTo>
                  <a:cubicBezTo>
                    <a:pt x="3104" y="2148"/>
                    <a:pt x="1882" y="2523"/>
                    <a:pt x="1882" y="2523"/>
                  </a:cubicBezTo>
                  <a:cubicBezTo>
                    <a:pt x="1882" y="2523"/>
                    <a:pt x="1" y="2523"/>
                    <a:pt x="1" y="4874"/>
                  </a:cubicBezTo>
                  <a:cubicBezTo>
                    <a:pt x="1" y="7225"/>
                    <a:pt x="2070" y="8541"/>
                    <a:pt x="2447" y="8541"/>
                  </a:cubicBezTo>
                  <a:cubicBezTo>
                    <a:pt x="2575" y="8541"/>
                    <a:pt x="3024" y="8475"/>
                    <a:pt x="3608" y="8475"/>
                  </a:cubicBezTo>
                  <a:cubicBezTo>
                    <a:pt x="4728" y="8475"/>
                    <a:pt x="6344" y="8719"/>
                    <a:pt x="7148" y="10140"/>
                  </a:cubicBezTo>
                  <a:cubicBezTo>
                    <a:pt x="8370" y="12303"/>
                    <a:pt x="10063" y="16064"/>
                    <a:pt x="11567" y="18415"/>
                  </a:cubicBezTo>
                  <a:cubicBezTo>
                    <a:pt x="13071" y="20766"/>
                    <a:pt x="14388" y="21988"/>
                    <a:pt x="15986" y="22458"/>
                  </a:cubicBezTo>
                  <a:cubicBezTo>
                    <a:pt x="17585" y="22929"/>
                    <a:pt x="19466" y="26030"/>
                    <a:pt x="19277" y="28475"/>
                  </a:cubicBezTo>
                  <a:cubicBezTo>
                    <a:pt x="19089" y="30921"/>
                    <a:pt x="18055" y="34306"/>
                    <a:pt x="19277" y="35529"/>
                  </a:cubicBezTo>
                  <a:cubicBezTo>
                    <a:pt x="19547" y="35798"/>
                    <a:pt x="19917" y="35921"/>
                    <a:pt x="20347" y="35921"/>
                  </a:cubicBezTo>
                  <a:cubicBezTo>
                    <a:pt x="21865" y="35921"/>
                    <a:pt x="24123" y="34383"/>
                    <a:pt x="25295" y="32332"/>
                  </a:cubicBezTo>
                  <a:cubicBezTo>
                    <a:pt x="26800" y="29699"/>
                    <a:pt x="25389" y="30074"/>
                    <a:pt x="25671" y="26784"/>
                  </a:cubicBezTo>
                  <a:cubicBezTo>
                    <a:pt x="25953" y="23492"/>
                    <a:pt x="29433" y="20954"/>
                    <a:pt x="27363" y="15688"/>
                  </a:cubicBezTo>
                  <a:cubicBezTo>
                    <a:pt x="25295" y="10422"/>
                    <a:pt x="17583" y="10045"/>
                    <a:pt x="16456" y="9952"/>
                  </a:cubicBezTo>
                  <a:cubicBezTo>
                    <a:pt x="16456" y="9952"/>
                    <a:pt x="15422" y="4122"/>
                    <a:pt x="13354" y="1584"/>
                  </a:cubicBezTo>
                  <a:cubicBezTo>
                    <a:pt x="12399" y="411"/>
                    <a:pt x="10821" y="0"/>
                    <a:pt x="924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8"/>
            <p:cNvSpPr/>
            <p:nvPr/>
          </p:nvSpPr>
          <p:spPr>
            <a:xfrm>
              <a:off x="9177525" y="3937813"/>
              <a:ext cx="923150" cy="626925"/>
            </a:xfrm>
            <a:custGeom>
              <a:avLst/>
              <a:gdLst/>
              <a:ahLst/>
              <a:cxnLst/>
              <a:rect l="l" t="t" r="r" b="b"/>
              <a:pathLst>
                <a:path w="36926" h="25077" extrusionOk="0">
                  <a:moveTo>
                    <a:pt x="22417" y="0"/>
                  </a:moveTo>
                  <a:cubicBezTo>
                    <a:pt x="22228" y="0"/>
                    <a:pt x="22057" y="38"/>
                    <a:pt x="21909" y="121"/>
                  </a:cubicBezTo>
                  <a:cubicBezTo>
                    <a:pt x="20216" y="1061"/>
                    <a:pt x="1" y="17610"/>
                    <a:pt x="1" y="17610"/>
                  </a:cubicBezTo>
                  <a:lnTo>
                    <a:pt x="4420" y="21183"/>
                  </a:lnTo>
                  <a:lnTo>
                    <a:pt x="21722" y="11310"/>
                  </a:lnTo>
                  <a:cubicBezTo>
                    <a:pt x="21722" y="11310"/>
                    <a:pt x="23885" y="15165"/>
                    <a:pt x="26234" y="18739"/>
                  </a:cubicBezTo>
                  <a:cubicBezTo>
                    <a:pt x="28585" y="22312"/>
                    <a:pt x="32818" y="24662"/>
                    <a:pt x="34885" y="25039"/>
                  </a:cubicBezTo>
                  <a:cubicBezTo>
                    <a:pt x="35028" y="25064"/>
                    <a:pt x="35159" y="25077"/>
                    <a:pt x="35281" y="25077"/>
                  </a:cubicBezTo>
                  <a:cubicBezTo>
                    <a:pt x="36925" y="25077"/>
                    <a:pt x="36721" y="22795"/>
                    <a:pt x="36108" y="20431"/>
                  </a:cubicBezTo>
                  <a:cubicBezTo>
                    <a:pt x="35451" y="17892"/>
                    <a:pt x="30278" y="6609"/>
                    <a:pt x="28210" y="4069"/>
                  </a:cubicBezTo>
                  <a:cubicBezTo>
                    <a:pt x="28210" y="4069"/>
                    <a:pt x="24375" y="0"/>
                    <a:pt x="224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58"/>
            <p:cNvSpPr/>
            <p:nvPr/>
          </p:nvSpPr>
          <p:spPr>
            <a:xfrm>
              <a:off x="10016750" y="3695763"/>
              <a:ext cx="759300" cy="893875"/>
            </a:xfrm>
            <a:custGeom>
              <a:avLst/>
              <a:gdLst/>
              <a:ahLst/>
              <a:cxnLst/>
              <a:rect l="l" t="t" r="r" b="b"/>
              <a:pathLst>
                <a:path w="30372" h="35755" extrusionOk="0">
                  <a:moveTo>
                    <a:pt x="15103" y="0"/>
                  </a:moveTo>
                  <a:cubicBezTo>
                    <a:pt x="13223" y="0"/>
                    <a:pt x="11048" y="941"/>
                    <a:pt x="10531" y="2751"/>
                  </a:cubicBezTo>
                  <a:cubicBezTo>
                    <a:pt x="9968" y="4725"/>
                    <a:pt x="5360" y="11307"/>
                    <a:pt x="5078" y="11965"/>
                  </a:cubicBezTo>
                  <a:cubicBezTo>
                    <a:pt x="4795" y="12623"/>
                    <a:pt x="1" y="17983"/>
                    <a:pt x="1" y="17983"/>
                  </a:cubicBezTo>
                  <a:lnTo>
                    <a:pt x="13071" y="35755"/>
                  </a:lnTo>
                  <a:cubicBezTo>
                    <a:pt x="13071" y="35755"/>
                    <a:pt x="17865" y="34532"/>
                    <a:pt x="18242" y="30582"/>
                  </a:cubicBezTo>
                  <a:cubicBezTo>
                    <a:pt x="18619" y="26633"/>
                    <a:pt x="18430" y="23248"/>
                    <a:pt x="21533" y="19581"/>
                  </a:cubicBezTo>
                  <a:cubicBezTo>
                    <a:pt x="24635" y="15914"/>
                    <a:pt x="29619" y="9896"/>
                    <a:pt x="29995" y="5664"/>
                  </a:cubicBezTo>
                  <a:cubicBezTo>
                    <a:pt x="30372" y="1433"/>
                    <a:pt x="27080" y="775"/>
                    <a:pt x="25200" y="586"/>
                  </a:cubicBezTo>
                  <a:cubicBezTo>
                    <a:pt x="23320" y="399"/>
                    <a:pt x="21533" y="23"/>
                    <a:pt x="21533" y="23"/>
                  </a:cubicBezTo>
                  <a:lnTo>
                    <a:pt x="19558" y="306"/>
                  </a:lnTo>
                  <a:cubicBezTo>
                    <a:pt x="19558" y="306"/>
                    <a:pt x="17583" y="211"/>
                    <a:pt x="15609" y="24"/>
                  </a:cubicBezTo>
                  <a:cubicBezTo>
                    <a:pt x="15444" y="8"/>
                    <a:pt x="15274" y="0"/>
                    <a:pt x="151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8"/>
            <p:cNvSpPr/>
            <p:nvPr/>
          </p:nvSpPr>
          <p:spPr>
            <a:xfrm>
              <a:off x="10078175" y="3848488"/>
              <a:ext cx="220675" cy="303925"/>
            </a:xfrm>
            <a:custGeom>
              <a:avLst/>
              <a:gdLst/>
              <a:ahLst/>
              <a:cxnLst/>
              <a:rect l="l" t="t" r="r" b="b"/>
              <a:pathLst>
                <a:path w="8827" h="12157" extrusionOk="0">
                  <a:moveTo>
                    <a:pt x="6328" y="1"/>
                  </a:moveTo>
                  <a:cubicBezTo>
                    <a:pt x="4791" y="2532"/>
                    <a:pt x="2803" y="5432"/>
                    <a:pt x="2621" y="5856"/>
                  </a:cubicBezTo>
                  <a:cubicBezTo>
                    <a:pt x="2481" y="6182"/>
                    <a:pt x="1227" y="7670"/>
                    <a:pt x="1" y="9083"/>
                  </a:cubicBezTo>
                  <a:lnTo>
                    <a:pt x="3749" y="12156"/>
                  </a:lnTo>
                  <a:lnTo>
                    <a:pt x="8826" y="5386"/>
                  </a:lnTo>
                  <a:cubicBezTo>
                    <a:pt x="8826" y="5386"/>
                    <a:pt x="8263" y="4634"/>
                    <a:pt x="7792" y="3787"/>
                  </a:cubicBezTo>
                  <a:cubicBezTo>
                    <a:pt x="7322" y="2942"/>
                    <a:pt x="8356" y="1249"/>
                    <a:pt x="8356" y="1249"/>
                  </a:cubicBezTo>
                  <a:lnTo>
                    <a:pt x="63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8"/>
            <p:cNvSpPr/>
            <p:nvPr/>
          </p:nvSpPr>
          <p:spPr>
            <a:xfrm>
              <a:off x="10449575" y="3614063"/>
              <a:ext cx="161975" cy="229550"/>
            </a:xfrm>
            <a:custGeom>
              <a:avLst/>
              <a:gdLst/>
              <a:ahLst/>
              <a:cxnLst/>
              <a:rect l="l" t="t" r="r" b="b"/>
              <a:pathLst>
                <a:path w="6479" h="9182" extrusionOk="0">
                  <a:moveTo>
                    <a:pt x="3657" y="0"/>
                  </a:moveTo>
                  <a:lnTo>
                    <a:pt x="835" y="753"/>
                  </a:lnTo>
                  <a:cubicBezTo>
                    <a:pt x="835" y="753"/>
                    <a:pt x="1776" y="2257"/>
                    <a:pt x="835" y="4326"/>
                  </a:cubicBezTo>
                  <a:cubicBezTo>
                    <a:pt x="1" y="6161"/>
                    <a:pt x="351" y="9181"/>
                    <a:pt x="1820" y="9181"/>
                  </a:cubicBezTo>
                  <a:cubicBezTo>
                    <a:pt x="2006" y="9181"/>
                    <a:pt x="2211" y="9133"/>
                    <a:pt x="2433" y="9027"/>
                  </a:cubicBezTo>
                  <a:cubicBezTo>
                    <a:pt x="4407" y="8086"/>
                    <a:pt x="6478" y="3949"/>
                    <a:pt x="6478" y="3949"/>
                  </a:cubicBezTo>
                  <a:cubicBezTo>
                    <a:pt x="6478" y="3949"/>
                    <a:pt x="4315" y="1693"/>
                    <a:pt x="36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8"/>
            <p:cNvSpPr/>
            <p:nvPr/>
          </p:nvSpPr>
          <p:spPr>
            <a:xfrm>
              <a:off x="10323150" y="3343563"/>
              <a:ext cx="222575" cy="312250"/>
            </a:xfrm>
            <a:custGeom>
              <a:avLst/>
              <a:gdLst/>
              <a:ahLst/>
              <a:cxnLst/>
              <a:rect l="l" t="t" r="r" b="b"/>
              <a:pathLst>
                <a:path w="8903" h="12490" extrusionOk="0">
                  <a:moveTo>
                    <a:pt x="2304" y="1"/>
                  </a:moveTo>
                  <a:cubicBezTo>
                    <a:pt x="1706" y="1"/>
                    <a:pt x="1" y="129"/>
                    <a:pt x="158" y="1606"/>
                  </a:cubicBezTo>
                  <a:cubicBezTo>
                    <a:pt x="158" y="1606"/>
                    <a:pt x="2037" y="11949"/>
                    <a:pt x="4013" y="12419"/>
                  </a:cubicBezTo>
                  <a:cubicBezTo>
                    <a:pt x="4214" y="12467"/>
                    <a:pt x="4424" y="12489"/>
                    <a:pt x="4637" y="12489"/>
                  </a:cubicBezTo>
                  <a:cubicBezTo>
                    <a:pt x="6515" y="12489"/>
                    <a:pt x="8714" y="10820"/>
                    <a:pt x="8714" y="10820"/>
                  </a:cubicBezTo>
                  <a:cubicBezTo>
                    <a:pt x="8714" y="10820"/>
                    <a:pt x="8055" y="9786"/>
                    <a:pt x="7962" y="8187"/>
                  </a:cubicBezTo>
                  <a:cubicBezTo>
                    <a:pt x="7867" y="6588"/>
                    <a:pt x="8902" y="4709"/>
                    <a:pt x="7773" y="4050"/>
                  </a:cubicBezTo>
                  <a:cubicBezTo>
                    <a:pt x="6644" y="3392"/>
                    <a:pt x="6363" y="4332"/>
                    <a:pt x="4482" y="2358"/>
                  </a:cubicBezTo>
                  <a:cubicBezTo>
                    <a:pt x="2602" y="383"/>
                    <a:pt x="2507" y="7"/>
                    <a:pt x="2507" y="7"/>
                  </a:cubicBezTo>
                  <a:cubicBezTo>
                    <a:pt x="2507" y="7"/>
                    <a:pt x="2430" y="1"/>
                    <a:pt x="2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8"/>
            <p:cNvSpPr/>
            <p:nvPr/>
          </p:nvSpPr>
          <p:spPr>
            <a:xfrm>
              <a:off x="9892150" y="3940813"/>
              <a:ext cx="580650" cy="296225"/>
            </a:xfrm>
            <a:custGeom>
              <a:avLst/>
              <a:gdLst/>
              <a:ahLst/>
              <a:cxnLst/>
              <a:rect l="l" t="t" r="r" b="b"/>
              <a:pathLst>
                <a:path w="23226" h="11849" extrusionOk="0">
                  <a:moveTo>
                    <a:pt x="8275" y="1"/>
                  </a:moveTo>
                  <a:lnTo>
                    <a:pt x="0" y="4231"/>
                  </a:lnTo>
                  <a:lnTo>
                    <a:pt x="13823" y="11848"/>
                  </a:lnTo>
                  <a:lnTo>
                    <a:pt x="23226" y="6207"/>
                  </a:lnTo>
                  <a:lnTo>
                    <a:pt x="827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58"/>
            <p:cNvSpPr/>
            <p:nvPr/>
          </p:nvSpPr>
          <p:spPr>
            <a:xfrm>
              <a:off x="9791050" y="3757463"/>
              <a:ext cx="446675" cy="479575"/>
            </a:xfrm>
            <a:custGeom>
              <a:avLst/>
              <a:gdLst/>
              <a:ahLst/>
              <a:cxnLst/>
              <a:rect l="l" t="t" r="r" b="b"/>
              <a:pathLst>
                <a:path w="17867" h="19183" extrusionOk="0">
                  <a:moveTo>
                    <a:pt x="1" y="1"/>
                  </a:moveTo>
                  <a:lnTo>
                    <a:pt x="4044" y="11565"/>
                  </a:lnTo>
                  <a:lnTo>
                    <a:pt x="17867" y="19182"/>
                  </a:lnTo>
                  <a:lnTo>
                    <a:pt x="15329" y="4983"/>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58"/>
            <p:cNvSpPr/>
            <p:nvPr/>
          </p:nvSpPr>
          <p:spPr>
            <a:xfrm>
              <a:off x="10200100" y="3690338"/>
              <a:ext cx="622975" cy="596050"/>
            </a:xfrm>
            <a:custGeom>
              <a:avLst/>
              <a:gdLst/>
              <a:ahLst/>
              <a:cxnLst/>
              <a:rect l="l" t="t" r="r" b="b"/>
              <a:pathLst>
                <a:path w="24919" h="23842" extrusionOk="0">
                  <a:moveTo>
                    <a:pt x="21550" y="0"/>
                  </a:moveTo>
                  <a:cubicBezTo>
                    <a:pt x="20367" y="0"/>
                    <a:pt x="18970" y="612"/>
                    <a:pt x="17678" y="2215"/>
                  </a:cubicBezTo>
                  <a:lnTo>
                    <a:pt x="18525" y="4848"/>
                  </a:lnTo>
                  <a:lnTo>
                    <a:pt x="19934" y="17635"/>
                  </a:lnTo>
                  <a:cubicBezTo>
                    <a:pt x="19934" y="17635"/>
                    <a:pt x="16456" y="18764"/>
                    <a:pt x="13164" y="19328"/>
                  </a:cubicBezTo>
                  <a:cubicBezTo>
                    <a:pt x="9874" y="19892"/>
                    <a:pt x="8087" y="19893"/>
                    <a:pt x="8087" y="19893"/>
                  </a:cubicBezTo>
                  <a:cubicBezTo>
                    <a:pt x="8087" y="19893"/>
                    <a:pt x="6959" y="18482"/>
                    <a:pt x="5924" y="18200"/>
                  </a:cubicBezTo>
                  <a:cubicBezTo>
                    <a:pt x="5407" y="18059"/>
                    <a:pt x="5054" y="18035"/>
                    <a:pt x="4714" y="18035"/>
                  </a:cubicBezTo>
                  <a:cubicBezTo>
                    <a:pt x="4542" y="18035"/>
                    <a:pt x="4374" y="18041"/>
                    <a:pt x="4188" y="18041"/>
                  </a:cubicBezTo>
                  <a:cubicBezTo>
                    <a:pt x="4006" y="18041"/>
                    <a:pt x="3807" y="18035"/>
                    <a:pt x="3574" y="18012"/>
                  </a:cubicBezTo>
                  <a:cubicBezTo>
                    <a:pt x="3190" y="17973"/>
                    <a:pt x="2837" y="17935"/>
                    <a:pt x="2574" y="17935"/>
                  </a:cubicBezTo>
                  <a:cubicBezTo>
                    <a:pt x="2192" y="17935"/>
                    <a:pt x="1997" y="18016"/>
                    <a:pt x="2163" y="18294"/>
                  </a:cubicBezTo>
                  <a:cubicBezTo>
                    <a:pt x="2445" y="18764"/>
                    <a:pt x="2727" y="18671"/>
                    <a:pt x="3667" y="18764"/>
                  </a:cubicBezTo>
                  <a:cubicBezTo>
                    <a:pt x="4608" y="18858"/>
                    <a:pt x="5454" y="19987"/>
                    <a:pt x="5454" y="19987"/>
                  </a:cubicBezTo>
                  <a:lnTo>
                    <a:pt x="2727" y="21397"/>
                  </a:lnTo>
                  <a:cubicBezTo>
                    <a:pt x="2727" y="21397"/>
                    <a:pt x="1129" y="20833"/>
                    <a:pt x="564" y="20833"/>
                  </a:cubicBezTo>
                  <a:cubicBezTo>
                    <a:pt x="1" y="20833"/>
                    <a:pt x="282" y="21209"/>
                    <a:pt x="282" y="21209"/>
                  </a:cubicBezTo>
                  <a:cubicBezTo>
                    <a:pt x="282" y="21209"/>
                    <a:pt x="1881" y="21773"/>
                    <a:pt x="2539" y="22431"/>
                  </a:cubicBezTo>
                  <a:cubicBezTo>
                    <a:pt x="3197" y="23090"/>
                    <a:pt x="4231" y="23842"/>
                    <a:pt x="5267" y="23842"/>
                  </a:cubicBezTo>
                  <a:cubicBezTo>
                    <a:pt x="6300" y="23842"/>
                    <a:pt x="10251" y="22244"/>
                    <a:pt x="10251" y="22244"/>
                  </a:cubicBezTo>
                  <a:cubicBezTo>
                    <a:pt x="10251" y="22244"/>
                    <a:pt x="16926" y="22056"/>
                    <a:pt x="17960" y="22056"/>
                  </a:cubicBezTo>
                  <a:lnTo>
                    <a:pt x="23696" y="18389"/>
                  </a:lnTo>
                  <a:cubicBezTo>
                    <a:pt x="23696" y="18389"/>
                    <a:pt x="24918" y="3625"/>
                    <a:pt x="24260" y="1745"/>
                  </a:cubicBezTo>
                  <a:cubicBezTo>
                    <a:pt x="23914" y="756"/>
                    <a:pt x="22864" y="0"/>
                    <a:pt x="215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58"/>
            <p:cNvSpPr/>
            <p:nvPr/>
          </p:nvSpPr>
          <p:spPr>
            <a:xfrm>
              <a:off x="10200100" y="3917988"/>
              <a:ext cx="607850" cy="368400"/>
            </a:xfrm>
            <a:custGeom>
              <a:avLst/>
              <a:gdLst/>
              <a:ahLst/>
              <a:cxnLst/>
              <a:rect l="l" t="t" r="r" b="b"/>
              <a:pathLst>
                <a:path w="24314" h="14736" extrusionOk="0">
                  <a:moveTo>
                    <a:pt x="24314" y="1"/>
                  </a:moveTo>
                  <a:lnTo>
                    <a:pt x="19120" y="1149"/>
                  </a:lnTo>
                  <a:lnTo>
                    <a:pt x="19934" y="8529"/>
                  </a:lnTo>
                  <a:cubicBezTo>
                    <a:pt x="19934" y="8529"/>
                    <a:pt x="16456" y="9658"/>
                    <a:pt x="13164" y="10222"/>
                  </a:cubicBezTo>
                  <a:cubicBezTo>
                    <a:pt x="9873" y="10786"/>
                    <a:pt x="8087" y="10787"/>
                    <a:pt x="8087" y="10787"/>
                  </a:cubicBezTo>
                  <a:cubicBezTo>
                    <a:pt x="8087" y="10787"/>
                    <a:pt x="6958" y="9376"/>
                    <a:pt x="5924" y="9094"/>
                  </a:cubicBezTo>
                  <a:cubicBezTo>
                    <a:pt x="5407" y="8953"/>
                    <a:pt x="5054" y="8929"/>
                    <a:pt x="4713" y="8929"/>
                  </a:cubicBezTo>
                  <a:cubicBezTo>
                    <a:pt x="4541" y="8929"/>
                    <a:pt x="4373" y="8935"/>
                    <a:pt x="4187" y="8935"/>
                  </a:cubicBezTo>
                  <a:cubicBezTo>
                    <a:pt x="4005" y="8935"/>
                    <a:pt x="3806" y="8929"/>
                    <a:pt x="3573" y="8906"/>
                  </a:cubicBezTo>
                  <a:cubicBezTo>
                    <a:pt x="3189" y="8867"/>
                    <a:pt x="2836" y="8829"/>
                    <a:pt x="2573" y="8829"/>
                  </a:cubicBezTo>
                  <a:cubicBezTo>
                    <a:pt x="2191" y="8829"/>
                    <a:pt x="1996" y="8910"/>
                    <a:pt x="2163" y="9188"/>
                  </a:cubicBezTo>
                  <a:cubicBezTo>
                    <a:pt x="2445" y="9658"/>
                    <a:pt x="2727" y="9565"/>
                    <a:pt x="3667" y="9658"/>
                  </a:cubicBezTo>
                  <a:cubicBezTo>
                    <a:pt x="4608" y="9752"/>
                    <a:pt x="5454" y="10881"/>
                    <a:pt x="5454" y="10881"/>
                  </a:cubicBezTo>
                  <a:lnTo>
                    <a:pt x="2727" y="12291"/>
                  </a:lnTo>
                  <a:cubicBezTo>
                    <a:pt x="2727" y="12291"/>
                    <a:pt x="1128" y="11727"/>
                    <a:pt x="564" y="11727"/>
                  </a:cubicBezTo>
                  <a:cubicBezTo>
                    <a:pt x="1" y="11727"/>
                    <a:pt x="282" y="12103"/>
                    <a:pt x="282" y="12103"/>
                  </a:cubicBezTo>
                  <a:cubicBezTo>
                    <a:pt x="282" y="12103"/>
                    <a:pt x="1880" y="12667"/>
                    <a:pt x="2539" y="13325"/>
                  </a:cubicBezTo>
                  <a:cubicBezTo>
                    <a:pt x="3197" y="13984"/>
                    <a:pt x="4231" y="14736"/>
                    <a:pt x="5265" y="14736"/>
                  </a:cubicBezTo>
                  <a:cubicBezTo>
                    <a:pt x="6300" y="14736"/>
                    <a:pt x="10249" y="13138"/>
                    <a:pt x="10249" y="13138"/>
                  </a:cubicBezTo>
                  <a:cubicBezTo>
                    <a:pt x="10249" y="13138"/>
                    <a:pt x="16926" y="12950"/>
                    <a:pt x="17960" y="12950"/>
                  </a:cubicBezTo>
                  <a:lnTo>
                    <a:pt x="23696" y="9283"/>
                  </a:lnTo>
                  <a:cubicBezTo>
                    <a:pt x="23696" y="9283"/>
                    <a:pt x="24094" y="4477"/>
                    <a:pt x="243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58"/>
            <p:cNvSpPr/>
            <p:nvPr/>
          </p:nvSpPr>
          <p:spPr>
            <a:xfrm>
              <a:off x="10590625" y="4086638"/>
              <a:ext cx="462825" cy="606475"/>
            </a:xfrm>
            <a:custGeom>
              <a:avLst/>
              <a:gdLst/>
              <a:ahLst/>
              <a:cxnLst/>
              <a:rect l="l" t="t" r="r" b="b"/>
              <a:pathLst>
                <a:path w="18513" h="24259" extrusionOk="0">
                  <a:moveTo>
                    <a:pt x="13532" y="0"/>
                  </a:moveTo>
                  <a:cubicBezTo>
                    <a:pt x="12936" y="105"/>
                    <a:pt x="12252" y="319"/>
                    <a:pt x="12306" y="749"/>
                  </a:cubicBezTo>
                  <a:cubicBezTo>
                    <a:pt x="12401" y="1502"/>
                    <a:pt x="12117" y="15230"/>
                    <a:pt x="10708" y="17393"/>
                  </a:cubicBezTo>
                  <a:cubicBezTo>
                    <a:pt x="9299" y="19556"/>
                    <a:pt x="3279" y="21153"/>
                    <a:pt x="1493" y="21248"/>
                  </a:cubicBezTo>
                  <a:cubicBezTo>
                    <a:pt x="1429" y="21252"/>
                    <a:pt x="1361" y="21253"/>
                    <a:pt x="1289" y="21253"/>
                  </a:cubicBezTo>
                  <a:cubicBezTo>
                    <a:pt x="933" y="21253"/>
                    <a:pt x="488" y="21215"/>
                    <a:pt x="0" y="21152"/>
                  </a:cubicBezTo>
                  <a:lnTo>
                    <a:pt x="0" y="21152"/>
                  </a:lnTo>
                  <a:cubicBezTo>
                    <a:pt x="2685" y="22538"/>
                    <a:pt x="5391" y="24182"/>
                    <a:pt x="7982" y="24257"/>
                  </a:cubicBezTo>
                  <a:cubicBezTo>
                    <a:pt x="8013" y="24258"/>
                    <a:pt x="8045" y="24258"/>
                    <a:pt x="8077" y="24258"/>
                  </a:cubicBezTo>
                  <a:cubicBezTo>
                    <a:pt x="11375" y="24258"/>
                    <a:pt x="16640" y="19535"/>
                    <a:pt x="17572" y="17393"/>
                  </a:cubicBezTo>
                  <a:cubicBezTo>
                    <a:pt x="18512" y="15230"/>
                    <a:pt x="17008" y="9964"/>
                    <a:pt x="16915" y="9119"/>
                  </a:cubicBezTo>
                  <a:cubicBezTo>
                    <a:pt x="16820" y="8272"/>
                    <a:pt x="17290" y="7990"/>
                    <a:pt x="17855" y="6861"/>
                  </a:cubicBezTo>
                  <a:cubicBezTo>
                    <a:pt x="18419" y="5734"/>
                    <a:pt x="14944" y="945"/>
                    <a:pt x="135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58"/>
            <p:cNvSpPr/>
            <p:nvPr/>
          </p:nvSpPr>
          <p:spPr>
            <a:xfrm>
              <a:off x="10566825" y="4241713"/>
              <a:ext cx="82275" cy="87000"/>
            </a:xfrm>
            <a:custGeom>
              <a:avLst/>
              <a:gdLst/>
              <a:ahLst/>
              <a:cxnLst/>
              <a:rect l="l" t="t" r="r" b="b"/>
              <a:pathLst>
                <a:path w="3291" h="3480" extrusionOk="0">
                  <a:moveTo>
                    <a:pt x="3291" y="1"/>
                  </a:moveTo>
                  <a:lnTo>
                    <a:pt x="1" y="3479"/>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8"/>
            <p:cNvSpPr/>
            <p:nvPr/>
          </p:nvSpPr>
          <p:spPr>
            <a:xfrm>
              <a:off x="9123450" y="3973738"/>
              <a:ext cx="1262400" cy="656825"/>
            </a:xfrm>
            <a:custGeom>
              <a:avLst/>
              <a:gdLst/>
              <a:ahLst/>
              <a:cxnLst/>
              <a:rect l="l" t="t" r="r" b="b"/>
              <a:pathLst>
                <a:path w="50496" h="26273" extrusionOk="0">
                  <a:moveTo>
                    <a:pt x="31201" y="0"/>
                  </a:moveTo>
                  <a:cubicBezTo>
                    <a:pt x="30099" y="0"/>
                    <a:pt x="22347" y="8392"/>
                    <a:pt x="16456" y="12412"/>
                  </a:cubicBezTo>
                  <a:cubicBezTo>
                    <a:pt x="10533" y="16456"/>
                    <a:pt x="753" y="21627"/>
                    <a:pt x="378" y="22003"/>
                  </a:cubicBezTo>
                  <a:cubicBezTo>
                    <a:pt x="1" y="22378"/>
                    <a:pt x="3292" y="22755"/>
                    <a:pt x="6865" y="22755"/>
                  </a:cubicBezTo>
                  <a:cubicBezTo>
                    <a:pt x="10438" y="22755"/>
                    <a:pt x="12977" y="22097"/>
                    <a:pt x="13635" y="21250"/>
                  </a:cubicBezTo>
                  <a:cubicBezTo>
                    <a:pt x="14293" y="20405"/>
                    <a:pt x="13541" y="18994"/>
                    <a:pt x="13541" y="18994"/>
                  </a:cubicBezTo>
                  <a:cubicBezTo>
                    <a:pt x="13541" y="18994"/>
                    <a:pt x="22097" y="15232"/>
                    <a:pt x="24825" y="14387"/>
                  </a:cubicBezTo>
                  <a:cubicBezTo>
                    <a:pt x="27552" y="13540"/>
                    <a:pt x="29620" y="11377"/>
                    <a:pt x="29620" y="11377"/>
                  </a:cubicBezTo>
                  <a:cubicBezTo>
                    <a:pt x="29620" y="11377"/>
                    <a:pt x="35449" y="22661"/>
                    <a:pt x="38082" y="24447"/>
                  </a:cubicBezTo>
                  <a:cubicBezTo>
                    <a:pt x="39509" y="25415"/>
                    <a:pt x="41735" y="26273"/>
                    <a:pt x="44178" y="26273"/>
                  </a:cubicBezTo>
                  <a:cubicBezTo>
                    <a:pt x="46246" y="26273"/>
                    <a:pt x="48469" y="25659"/>
                    <a:pt x="50495" y="23978"/>
                  </a:cubicBezTo>
                  <a:cubicBezTo>
                    <a:pt x="50495" y="23978"/>
                    <a:pt x="48708" y="20405"/>
                    <a:pt x="44571" y="14387"/>
                  </a:cubicBezTo>
                  <a:cubicBezTo>
                    <a:pt x="40434" y="8370"/>
                    <a:pt x="32253" y="94"/>
                    <a:pt x="31219" y="1"/>
                  </a:cubicBezTo>
                  <a:cubicBezTo>
                    <a:pt x="31213" y="0"/>
                    <a:pt x="31207" y="0"/>
                    <a:pt x="312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58"/>
            <p:cNvSpPr/>
            <p:nvPr/>
          </p:nvSpPr>
          <p:spPr>
            <a:xfrm>
              <a:off x="9123450" y="4304763"/>
              <a:ext cx="452825" cy="237850"/>
            </a:xfrm>
            <a:custGeom>
              <a:avLst/>
              <a:gdLst/>
              <a:ahLst/>
              <a:cxnLst/>
              <a:rect l="l" t="t" r="r" b="b"/>
              <a:pathLst>
                <a:path w="18113" h="9514" extrusionOk="0">
                  <a:moveTo>
                    <a:pt x="15212" y="0"/>
                  </a:moveTo>
                  <a:lnTo>
                    <a:pt x="15212" y="0"/>
                  </a:lnTo>
                  <a:cubicBezTo>
                    <a:pt x="9258" y="3889"/>
                    <a:pt x="728" y="8411"/>
                    <a:pt x="378" y="8762"/>
                  </a:cubicBezTo>
                  <a:cubicBezTo>
                    <a:pt x="1" y="9138"/>
                    <a:pt x="3292" y="9514"/>
                    <a:pt x="6865" y="9514"/>
                  </a:cubicBezTo>
                  <a:cubicBezTo>
                    <a:pt x="10438" y="9514"/>
                    <a:pt x="12977" y="8856"/>
                    <a:pt x="13635" y="8009"/>
                  </a:cubicBezTo>
                  <a:cubicBezTo>
                    <a:pt x="14293" y="7164"/>
                    <a:pt x="13541" y="5753"/>
                    <a:pt x="13541" y="5753"/>
                  </a:cubicBezTo>
                  <a:cubicBezTo>
                    <a:pt x="13541" y="5753"/>
                    <a:pt x="15653" y="4825"/>
                    <a:pt x="18113" y="3787"/>
                  </a:cubicBezTo>
                  <a:cubicBezTo>
                    <a:pt x="17428" y="3461"/>
                    <a:pt x="16715" y="2958"/>
                    <a:pt x="16079" y="2180"/>
                  </a:cubicBezTo>
                  <a:cubicBezTo>
                    <a:pt x="15406" y="1353"/>
                    <a:pt x="15195" y="618"/>
                    <a:pt x="152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58"/>
            <p:cNvSpPr/>
            <p:nvPr/>
          </p:nvSpPr>
          <p:spPr>
            <a:xfrm>
              <a:off x="8879000" y="4340438"/>
              <a:ext cx="427825" cy="263525"/>
            </a:xfrm>
            <a:custGeom>
              <a:avLst/>
              <a:gdLst/>
              <a:ahLst/>
              <a:cxnLst/>
              <a:rect l="l" t="t" r="r" b="b"/>
              <a:pathLst>
                <a:path w="17113" h="10541" extrusionOk="0">
                  <a:moveTo>
                    <a:pt x="13916" y="1"/>
                  </a:moveTo>
                  <a:cubicBezTo>
                    <a:pt x="13916" y="1"/>
                    <a:pt x="4513" y="6677"/>
                    <a:pt x="3291" y="7711"/>
                  </a:cubicBezTo>
                  <a:cubicBezTo>
                    <a:pt x="2068" y="8745"/>
                    <a:pt x="0" y="9309"/>
                    <a:pt x="846" y="10061"/>
                  </a:cubicBezTo>
                  <a:cubicBezTo>
                    <a:pt x="1217" y="10392"/>
                    <a:pt x="2023" y="10541"/>
                    <a:pt x="2929" y="10541"/>
                  </a:cubicBezTo>
                  <a:cubicBezTo>
                    <a:pt x="4089" y="10541"/>
                    <a:pt x="5413" y="10296"/>
                    <a:pt x="6205" y="9874"/>
                  </a:cubicBezTo>
                  <a:cubicBezTo>
                    <a:pt x="7535" y="9164"/>
                    <a:pt x="8697" y="8455"/>
                    <a:pt x="9849" y="8455"/>
                  </a:cubicBezTo>
                  <a:cubicBezTo>
                    <a:pt x="9920" y="8455"/>
                    <a:pt x="9990" y="8458"/>
                    <a:pt x="10061" y="8463"/>
                  </a:cubicBezTo>
                  <a:cubicBezTo>
                    <a:pt x="10161" y="8471"/>
                    <a:pt x="10261" y="8475"/>
                    <a:pt x="10361" y="8475"/>
                  </a:cubicBezTo>
                  <a:cubicBezTo>
                    <a:pt x="11465" y="8475"/>
                    <a:pt x="12458" y="7994"/>
                    <a:pt x="12976" y="6959"/>
                  </a:cubicBezTo>
                  <a:cubicBezTo>
                    <a:pt x="13541" y="5830"/>
                    <a:pt x="13541" y="5454"/>
                    <a:pt x="13541" y="5454"/>
                  </a:cubicBezTo>
                  <a:lnTo>
                    <a:pt x="16831" y="3479"/>
                  </a:lnTo>
                  <a:cubicBezTo>
                    <a:pt x="16831" y="3479"/>
                    <a:pt x="17113" y="2070"/>
                    <a:pt x="16079" y="1129"/>
                  </a:cubicBezTo>
                  <a:cubicBezTo>
                    <a:pt x="15045" y="189"/>
                    <a:pt x="13916" y="1"/>
                    <a:pt x="139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819"/>
                                        </p:tgtEl>
                                        <p:attrNameLst>
                                          <p:attrName>style.visibility</p:attrName>
                                        </p:attrNameLst>
                                      </p:cBhvr>
                                      <p:to>
                                        <p:strVal val="visible"/>
                                      </p:to>
                                    </p:set>
                                    <p:anim calcmode="lin" valueType="num">
                                      <p:cBhvr additive="base">
                                        <p:cTn id="7" dur="1000"/>
                                        <p:tgtEl>
                                          <p:spTgt spid="819"/>
                                        </p:tgtEl>
                                        <p:attrNameLst>
                                          <p:attrName>ppt_y</p:attrName>
                                        </p:attrNameLst>
                                      </p:cBhvr>
                                      <p:tavLst>
                                        <p:tav tm="0">
                                          <p:val>
                                            <p:strVal val="#ppt_y-1"/>
                                          </p:val>
                                        </p:tav>
                                        <p:tav tm="100000">
                                          <p:val>
                                            <p:strVal val="#ppt_y"/>
                                          </p:val>
                                        </p:tav>
                                      </p:tavLst>
                                    </p:anim>
                                  </p:childTnLst>
                                </p:cTn>
                              </p:par>
                              <p:par>
                                <p:cTn id="8" presetID="8" presetClass="emph" presetSubtype="0" fill="hold" nodeType="withEffect">
                                  <p:stCondLst>
                                    <p:cond delay="0"/>
                                  </p:stCondLst>
                                  <p:childTnLst>
                                    <p:animRot by="-21600000">
                                      <p:cBhvr>
                                        <p:cTn id="9" dur="1000" fill="hold"/>
                                        <p:tgtEl>
                                          <p:spTgt spid="8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02"/>
        <p:cNvGrpSpPr/>
        <p:nvPr/>
      </p:nvGrpSpPr>
      <p:grpSpPr>
        <a:xfrm>
          <a:off x="0" y="0"/>
          <a:ext cx="0" cy="0"/>
          <a:chOff x="0" y="0"/>
          <a:chExt cx="0" cy="0"/>
        </a:xfrm>
      </p:grpSpPr>
      <p:sp>
        <p:nvSpPr>
          <p:cNvPr id="2603" name="Google Shape;2603;p90"/>
          <p:cNvSpPr txBox="1">
            <a:spLocks noGrp="1"/>
          </p:cNvSpPr>
          <p:nvPr>
            <p:ph type="title"/>
          </p:nvPr>
        </p:nvSpPr>
        <p:spPr>
          <a:xfrm>
            <a:off x="713225" y="201100"/>
            <a:ext cx="77175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Solution</a:t>
            </a:r>
            <a:endParaRPr dirty="0"/>
          </a:p>
        </p:txBody>
      </p:sp>
      <p:sp>
        <p:nvSpPr>
          <p:cNvPr id="2604" name="Google Shape;2604;p90"/>
          <p:cNvSpPr txBox="1"/>
          <p:nvPr/>
        </p:nvSpPr>
        <p:spPr>
          <a:xfrm>
            <a:off x="4818219" y="3201538"/>
            <a:ext cx="2024088" cy="681576"/>
          </a:xfrm>
          <a:prstGeom prst="rect">
            <a:avLst/>
          </a:prstGeom>
          <a:noFill/>
          <a:ln>
            <a:noFill/>
          </a:ln>
        </p:spPr>
        <p:txBody>
          <a:bodyPr spcFirstLastPara="1" wrap="square" lIns="91425" tIns="91425" rIns="91425" bIns="91425" anchor="b" anchorCtr="0">
            <a:noAutofit/>
          </a:bodyPr>
          <a:lstStyle/>
          <a:p>
            <a:pPr algn="ctr"/>
            <a:r>
              <a:rPr lang="fr-FR" sz="2000" b="1" dirty="0">
                <a:solidFill>
                  <a:schemeClr val="accent1"/>
                </a:solidFill>
                <a:latin typeface="Advent Pro"/>
                <a:ea typeface="Advent Pro"/>
                <a:cs typeface="Advent Pro"/>
              </a:rPr>
              <a:t>Suivi en temps réel</a:t>
            </a:r>
            <a:endParaRPr sz="2000" b="1" dirty="0">
              <a:solidFill>
                <a:schemeClr val="accent1"/>
              </a:solidFill>
              <a:latin typeface="Advent Pro"/>
              <a:ea typeface="Advent Pro"/>
              <a:cs typeface="Advent Pro"/>
              <a:sym typeface="Advent Pro"/>
            </a:endParaRPr>
          </a:p>
        </p:txBody>
      </p:sp>
      <p:sp>
        <p:nvSpPr>
          <p:cNvPr id="2605" name="Google Shape;2605;p90"/>
          <p:cNvSpPr txBox="1"/>
          <p:nvPr/>
        </p:nvSpPr>
        <p:spPr>
          <a:xfrm>
            <a:off x="6817849" y="3198251"/>
            <a:ext cx="1994311" cy="689949"/>
          </a:xfrm>
          <a:prstGeom prst="rect">
            <a:avLst/>
          </a:prstGeom>
          <a:noFill/>
          <a:ln>
            <a:noFill/>
          </a:ln>
        </p:spPr>
        <p:txBody>
          <a:bodyPr spcFirstLastPara="1" wrap="square" lIns="91425" tIns="91425" rIns="91425" bIns="91425" anchor="b" anchorCtr="0">
            <a:noAutofit/>
          </a:bodyPr>
          <a:lstStyle/>
          <a:p>
            <a:pPr lvl="0" algn="ctr"/>
            <a:r>
              <a:rPr lang="fr-FR" sz="2000" b="1" dirty="0">
                <a:solidFill>
                  <a:schemeClr val="accent1"/>
                </a:solidFill>
                <a:latin typeface="Advent Pro"/>
                <a:ea typeface="Advent Pro"/>
                <a:cs typeface="Advent Pro"/>
              </a:rPr>
              <a:t>Paiement à la livraison</a:t>
            </a:r>
            <a:endParaRPr sz="2000" b="1" dirty="0">
              <a:solidFill>
                <a:schemeClr val="accent1"/>
              </a:solidFill>
              <a:latin typeface="Advent Pro"/>
              <a:ea typeface="Advent Pro"/>
              <a:cs typeface="Advent Pro"/>
              <a:sym typeface="Advent Pro"/>
            </a:endParaRPr>
          </a:p>
        </p:txBody>
      </p:sp>
      <p:cxnSp>
        <p:nvCxnSpPr>
          <p:cNvPr id="2606" name="Google Shape;2606;p90"/>
          <p:cNvCxnSpPr/>
          <p:nvPr/>
        </p:nvCxnSpPr>
        <p:spPr>
          <a:xfrm>
            <a:off x="1028100" y="2872200"/>
            <a:ext cx="7087800" cy="8700"/>
          </a:xfrm>
          <a:prstGeom prst="straightConnector1">
            <a:avLst/>
          </a:prstGeom>
          <a:noFill/>
          <a:ln w="19050" cap="flat" cmpd="sng">
            <a:solidFill>
              <a:schemeClr val="accent5"/>
            </a:solidFill>
            <a:prstDash val="solid"/>
            <a:round/>
            <a:headEnd type="none" w="med" len="med"/>
            <a:tailEnd type="none" w="med" len="med"/>
          </a:ln>
        </p:spPr>
      </p:cxnSp>
      <p:sp>
        <p:nvSpPr>
          <p:cNvPr id="2607" name="Google Shape;2607;p90"/>
          <p:cNvSpPr/>
          <p:nvPr/>
        </p:nvSpPr>
        <p:spPr>
          <a:xfrm>
            <a:off x="1362013" y="2739600"/>
            <a:ext cx="273900" cy="2739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90"/>
          <p:cNvSpPr/>
          <p:nvPr/>
        </p:nvSpPr>
        <p:spPr>
          <a:xfrm>
            <a:off x="3055088" y="2739600"/>
            <a:ext cx="273900" cy="2739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90"/>
          <p:cNvSpPr/>
          <p:nvPr/>
        </p:nvSpPr>
        <p:spPr>
          <a:xfrm>
            <a:off x="5814963" y="2739600"/>
            <a:ext cx="273900" cy="2739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90"/>
          <p:cNvSpPr/>
          <p:nvPr/>
        </p:nvSpPr>
        <p:spPr>
          <a:xfrm>
            <a:off x="7508038" y="2739600"/>
            <a:ext cx="273900" cy="273900"/>
          </a:xfrm>
          <a:prstGeom prst="ellipse">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90"/>
          <p:cNvSpPr txBox="1"/>
          <p:nvPr/>
        </p:nvSpPr>
        <p:spPr>
          <a:xfrm>
            <a:off x="474600" y="3242093"/>
            <a:ext cx="1830808" cy="625995"/>
          </a:xfrm>
          <a:prstGeom prst="rect">
            <a:avLst/>
          </a:prstGeom>
          <a:noFill/>
          <a:ln>
            <a:noFill/>
          </a:ln>
        </p:spPr>
        <p:txBody>
          <a:bodyPr spcFirstLastPara="1" wrap="square" lIns="91425" tIns="91425" rIns="91425" bIns="91425" anchor="b" anchorCtr="0">
            <a:noAutofit/>
          </a:bodyPr>
          <a:lstStyle/>
          <a:p>
            <a:pPr lvl="0" algn="ctr"/>
            <a:r>
              <a:rPr lang="fr-FR" sz="2000" b="1" dirty="0">
                <a:solidFill>
                  <a:schemeClr val="accent1"/>
                </a:solidFill>
                <a:latin typeface="Advent Pro"/>
                <a:ea typeface="Advent Pro"/>
                <a:cs typeface="Advent Pro"/>
              </a:rPr>
              <a:t>Support aux restaurants</a:t>
            </a:r>
            <a:endParaRPr sz="2000" b="1" dirty="0">
              <a:solidFill>
                <a:schemeClr val="accent1"/>
              </a:solidFill>
              <a:latin typeface="Advent Pro"/>
              <a:ea typeface="Advent Pro"/>
              <a:cs typeface="Advent Pro"/>
              <a:sym typeface="Advent Pro"/>
            </a:endParaRPr>
          </a:p>
        </p:txBody>
      </p:sp>
      <p:sp>
        <p:nvSpPr>
          <p:cNvPr id="2612" name="Google Shape;2612;p90"/>
          <p:cNvSpPr txBox="1"/>
          <p:nvPr/>
        </p:nvSpPr>
        <p:spPr>
          <a:xfrm>
            <a:off x="486155" y="3758643"/>
            <a:ext cx="1898078" cy="678662"/>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fr-FR" sz="1200" dirty="0">
                <a:solidFill>
                  <a:schemeClr val="tx1"/>
                </a:solidFill>
              </a:rPr>
              <a:t>Aide les restaurants à gérer les commandes et à mieux servir les clients.</a:t>
            </a:r>
          </a:p>
          <a:p>
            <a:pPr algn="ctr">
              <a:buClr>
                <a:schemeClr val="dk1"/>
              </a:buClr>
              <a:buSzPts val="1100"/>
            </a:pPr>
            <a:endParaRPr dirty="0">
              <a:solidFill>
                <a:schemeClr val="dk1"/>
              </a:solidFill>
              <a:latin typeface="Roboto"/>
              <a:ea typeface="Roboto"/>
              <a:cs typeface="Roboto"/>
              <a:sym typeface="Roboto"/>
            </a:endParaRPr>
          </a:p>
        </p:txBody>
      </p:sp>
      <p:sp>
        <p:nvSpPr>
          <p:cNvPr id="2613" name="Google Shape;2613;p90"/>
          <p:cNvSpPr txBox="1"/>
          <p:nvPr/>
        </p:nvSpPr>
        <p:spPr>
          <a:xfrm>
            <a:off x="2253085" y="3113736"/>
            <a:ext cx="1974618" cy="773612"/>
          </a:xfrm>
          <a:prstGeom prst="rect">
            <a:avLst/>
          </a:prstGeom>
          <a:noFill/>
          <a:ln>
            <a:noFill/>
          </a:ln>
        </p:spPr>
        <p:txBody>
          <a:bodyPr spcFirstLastPara="1" wrap="square" lIns="91425" tIns="91425" rIns="91425" bIns="91425" anchor="b" anchorCtr="0">
            <a:noAutofit/>
          </a:bodyPr>
          <a:lstStyle/>
          <a:p>
            <a:pPr algn="ctr"/>
            <a:r>
              <a:rPr lang="fr-FR" sz="2000" b="1" dirty="0">
                <a:solidFill>
                  <a:schemeClr val="accent1"/>
                </a:solidFill>
                <a:latin typeface="Advent Pro"/>
                <a:ea typeface="Advent Pro"/>
                <a:cs typeface="Advent Pro"/>
                <a:sym typeface="Open Sans"/>
              </a:rPr>
              <a:t>Diminution des contraints </a:t>
            </a:r>
            <a:endParaRPr sz="2200" b="1" dirty="0">
              <a:solidFill>
                <a:schemeClr val="accent1"/>
              </a:solidFill>
              <a:latin typeface="Advent Pro"/>
              <a:ea typeface="Advent Pro"/>
              <a:cs typeface="Advent Pro"/>
              <a:sym typeface="Advent Pro"/>
            </a:endParaRPr>
          </a:p>
        </p:txBody>
      </p:sp>
      <p:sp>
        <p:nvSpPr>
          <p:cNvPr id="2614" name="Google Shape;2614;p90"/>
          <p:cNvSpPr txBox="1"/>
          <p:nvPr/>
        </p:nvSpPr>
        <p:spPr>
          <a:xfrm>
            <a:off x="2261743" y="3752091"/>
            <a:ext cx="2106891" cy="769855"/>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fr-FR" sz="1200" dirty="0">
                <a:solidFill>
                  <a:schemeClr val="tx1"/>
                </a:solidFill>
                <a:sym typeface="Open Sans"/>
              </a:rPr>
              <a:t>Vous pouvez choisir votre commande sans contraintes d’horaire ou localisation </a:t>
            </a:r>
          </a:p>
        </p:txBody>
      </p:sp>
      <p:sp>
        <p:nvSpPr>
          <p:cNvPr id="2615" name="Google Shape;2615;p90"/>
          <p:cNvSpPr txBox="1"/>
          <p:nvPr/>
        </p:nvSpPr>
        <p:spPr>
          <a:xfrm>
            <a:off x="5145525" y="3746020"/>
            <a:ext cx="1612800" cy="757200"/>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fr-FR" sz="1200" dirty="0">
                <a:solidFill>
                  <a:schemeClr val="tx1"/>
                </a:solidFill>
              </a:rPr>
              <a:t>Le client peut voir où en est sa commande à chaque étape</a:t>
            </a:r>
          </a:p>
        </p:txBody>
      </p:sp>
      <p:sp>
        <p:nvSpPr>
          <p:cNvPr id="2616" name="Google Shape;2616;p90"/>
          <p:cNvSpPr txBox="1"/>
          <p:nvPr/>
        </p:nvSpPr>
        <p:spPr>
          <a:xfrm>
            <a:off x="6862140" y="3733948"/>
            <a:ext cx="1891028" cy="796643"/>
          </a:xfrm>
          <a:prstGeom prst="rect">
            <a:avLst/>
          </a:prstGeom>
          <a:noFill/>
          <a:ln>
            <a:noFill/>
          </a:ln>
        </p:spPr>
        <p:txBody>
          <a:bodyPr spcFirstLastPara="1" wrap="square" lIns="91425" tIns="91425" rIns="91425" bIns="91425" anchor="t" anchorCtr="0">
            <a:noAutofit/>
          </a:bodyPr>
          <a:lstStyle/>
          <a:p>
            <a:pPr algn="ctr">
              <a:buClr>
                <a:schemeClr val="dk1"/>
              </a:buClr>
              <a:buSzPts val="1100"/>
            </a:pPr>
            <a:r>
              <a:rPr lang="fr-FR" sz="1200" dirty="0">
                <a:solidFill>
                  <a:schemeClr val="tx1"/>
                </a:solidFill>
              </a:rPr>
              <a:t>Le client paie en espèces (cash) à la livraison</a:t>
            </a:r>
          </a:p>
          <a:p>
            <a:pPr marL="0" lvl="0" indent="0" algn="ctr" rtl="0">
              <a:lnSpc>
                <a:spcPct val="100000"/>
              </a:lnSpc>
              <a:spcBef>
                <a:spcPts val="0"/>
              </a:spcBef>
              <a:spcAft>
                <a:spcPts val="1600"/>
              </a:spcAft>
              <a:buNone/>
            </a:pPr>
            <a:endParaRPr dirty="0">
              <a:solidFill>
                <a:schemeClr val="dk1"/>
              </a:solidFill>
              <a:latin typeface="Roboto"/>
              <a:ea typeface="Roboto"/>
              <a:cs typeface="Roboto"/>
              <a:sym typeface="Roboto"/>
            </a:endParaRPr>
          </a:p>
        </p:txBody>
      </p:sp>
      <p:sp>
        <p:nvSpPr>
          <p:cNvPr id="2617" name="Google Shape;2617;p90"/>
          <p:cNvSpPr txBox="1"/>
          <p:nvPr/>
        </p:nvSpPr>
        <p:spPr>
          <a:xfrm>
            <a:off x="1117693" y="2203903"/>
            <a:ext cx="762600" cy="27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chemeClr val="accent2"/>
                </a:solidFill>
                <a:latin typeface="Advent Pro"/>
                <a:ea typeface="Advent Pro"/>
                <a:cs typeface="Advent Pro"/>
                <a:sym typeface="Advent Pro"/>
              </a:rPr>
              <a:t>01</a:t>
            </a:r>
            <a:endParaRPr sz="2200" b="1">
              <a:solidFill>
                <a:schemeClr val="accent2"/>
              </a:solidFill>
              <a:latin typeface="Advent Pro"/>
              <a:ea typeface="Advent Pro"/>
              <a:cs typeface="Advent Pro"/>
              <a:sym typeface="Advent Pro"/>
            </a:endParaRPr>
          </a:p>
        </p:txBody>
      </p:sp>
      <p:sp>
        <p:nvSpPr>
          <p:cNvPr id="2618" name="Google Shape;2618;p90"/>
          <p:cNvSpPr txBox="1"/>
          <p:nvPr/>
        </p:nvSpPr>
        <p:spPr>
          <a:xfrm>
            <a:off x="2810743" y="2203903"/>
            <a:ext cx="762600" cy="27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chemeClr val="accent2"/>
                </a:solidFill>
                <a:latin typeface="Advent Pro"/>
                <a:ea typeface="Advent Pro"/>
                <a:cs typeface="Advent Pro"/>
                <a:sym typeface="Advent Pro"/>
              </a:rPr>
              <a:t>02</a:t>
            </a:r>
            <a:endParaRPr sz="2200" b="1">
              <a:solidFill>
                <a:schemeClr val="accent2"/>
              </a:solidFill>
              <a:latin typeface="Advent Pro"/>
              <a:ea typeface="Advent Pro"/>
              <a:cs typeface="Advent Pro"/>
              <a:sym typeface="Advent Pro"/>
            </a:endParaRPr>
          </a:p>
        </p:txBody>
      </p:sp>
      <p:sp>
        <p:nvSpPr>
          <p:cNvPr id="2619" name="Google Shape;2619;p90"/>
          <p:cNvSpPr txBox="1"/>
          <p:nvPr/>
        </p:nvSpPr>
        <p:spPr>
          <a:xfrm>
            <a:off x="5570618" y="2203903"/>
            <a:ext cx="762600" cy="27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chemeClr val="accent2"/>
                </a:solidFill>
                <a:latin typeface="Advent Pro"/>
                <a:ea typeface="Advent Pro"/>
                <a:cs typeface="Advent Pro"/>
                <a:sym typeface="Advent Pro"/>
              </a:rPr>
              <a:t>03</a:t>
            </a:r>
            <a:endParaRPr sz="2200" b="1">
              <a:solidFill>
                <a:schemeClr val="accent2"/>
              </a:solidFill>
              <a:latin typeface="Advent Pro"/>
              <a:ea typeface="Advent Pro"/>
              <a:cs typeface="Advent Pro"/>
              <a:sym typeface="Advent Pro"/>
            </a:endParaRPr>
          </a:p>
        </p:txBody>
      </p:sp>
      <p:sp>
        <p:nvSpPr>
          <p:cNvPr id="2620" name="Google Shape;2620;p90"/>
          <p:cNvSpPr txBox="1"/>
          <p:nvPr/>
        </p:nvSpPr>
        <p:spPr>
          <a:xfrm>
            <a:off x="7263668" y="2203903"/>
            <a:ext cx="762600" cy="27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a:solidFill>
                  <a:schemeClr val="accent2"/>
                </a:solidFill>
                <a:latin typeface="Advent Pro"/>
                <a:ea typeface="Advent Pro"/>
                <a:cs typeface="Advent Pro"/>
                <a:sym typeface="Advent Pro"/>
              </a:rPr>
              <a:t>04</a:t>
            </a:r>
            <a:endParaRPr sz="2200" b="1">
              <a:solidFill>
                <a:schemeClr val="accent2"/>
              </a:solidFill>
              <a:latin typeface="Advent Pro"/>
              <a:ea typeface="Advent Pro"/>
              <a:cs typeface="Advent Pro"/>
              <a:sym typeface="Advent Pro"/>
            </a:endParaRPr>
          </a:p>
        </p:txBody>
      </p:sp>
      <p:grpSp>
        <p:nvGrpSpPr>
          <p:cNvPr id="2621" name="Google Shape;2621;p90"/>
          <p:cNvGrpSpPr/>
          <p:nvPr/>
        </p:nvGrpSpPr>
        <p:grpSpPr>
          <a:xfrm>
            <a:off x="3839587" y="1329407"/>
            <a:ext cx="1733223" cy="2860388"/>
            <a:chOff x="2790525" y="1818200"/>
            <a:chExt cx="1257325" cy="2075000"/>
          </a:xfrm>
        </p:grpSpPr>
        <p:sp>
          <p:nvSpPr>
            <p:cNvPr id="2622" name="Google Shape;2622;p90"/>
            <p:cNvSpPr/>
            <p:nvPr/>
          </p:nvSpPr>
          <p:spPr>
            <a:xfrm>
              <a:off x="3869825" y="1818200"/>
              <a:ext cx="166400" cy="251850"/>
            </a:xfrm>
            <a:custGeom>
              <a:avLst/>
              <a:gdLst/>
              <a:ahLst/>
              <a:cxnLst/>
              <a:rect l="l" t="t" r="r" b="b"/>
              <a:pathLst>
                <a:path w="6656" h="10074" extrusionOk="0">
                  <a:moveTo>
                    <a:pt x="465" y="1"/>
                  </a:moveTo>
                  <a:cubicBezTo>
                    <a:pt x="465" y="1"/>
                    <a:pt x="0" y="2799"/>
                    <a:pt x="0" y="10074"/>
                  </a:cubicBezTo>
                  <a:lnTo>
                    <a:pt x="6656" y="10074"/>
                  </a:lnTo>
                  <a:lnTo>
                    <a:pt x="6656" y="1"/>
                  </a:lnTo>
                  <a:lnTo>
                    <a:pt x="6275" y="584"/>
                  </a:lnTo>
                  <a:lnTo>
                    <a:pt x="5882" y="1"/>
                  </a:lnTo>
                  <a:lnTo>
                    <a:pt x="5501" y="584"/>
                  </a:lnTo>
                  <a:lnTo>
                    <a:pt x="5108" y="1"/>
                  </a:lnTo>
                  <a:lnTo>
                    <a:pt x="4727" y="584"/>
                  </a:lnTo>
                  <a:lnTo>
                    <a:pt x="4334" y="1"/>
                  </a:lnTo>
                  <a:lnTo>
                    <a:pt x="3941" y="584"/>
                  </a:lnTo>
                  <a:lnTo>
                    <a:pt x="3596" y="37"/>
                  </a:lnTo>
                  <a:lnTo>
                    <a:pt x="3239" y="584"/>
                  </a:lnTo>
                  <a:lnTo>
                    <a:pt x="2846" y="1"/>
                  </a:lnTo>
                  <a:lnTo>
                    <a:pt x="2453" y="584"/>
                  </a:lnTo>
                  <a:lnTo>
                    <a:pt x="2072" y="1"/>
                  </a:lnTo>
                  <a:lnTo>
                    <a:pt x="1631" y="584"/>
                  </a:lnTo>
                  <a:lnTo>
                    <a:pt x="1238" y="1"/>
                  </a:lnTo>
                  <a:lnTo>
                    <a:pt x="857" y="584"/>
                  </a:lnTo>
                  <a:lnTo>
                    <a:pt x="4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90"/>
            <p:cNvSpPr/>
            <p:nvPr/>
          </p:nvSpPr>
          <p:spPr>
            <a:xfrm>
              <a:off x="3958225" y="1818200"/>
              <a:ext cx="1500" cy="925"/>
            </a:xfrm>
            <a:custGeom>
              <a:avLst/>
              <a:gdLst/>
              <a:ahLst/>
              <a:cxnLst/>
              <a:rect l="l" t="t" r="r" b="b"/>
              <a:pathLst>
                <a:path w="60" h="37" extrusionOk="0">
                  <a:moveTo>
                    <a:pt x="0" y="1"/>
                  </a:moveTo>
                  <a:lnTo>
                    <a:pt x="24" y="37"/>
                  </a:lnTo>
                  <a:lnTo>
                    <a:pt x="60" y="1"/>
                  </a:lnTo>
                  <a:close/>
                </a:path>
              </a:pathLst>
            </a:custGeom>
            <a:solidFill>
              <a:srgbClr val="D7BD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90"/>
            <p:cNvSpPr/>
            <p:nvPr/>
          </p:nvSpPr>
          <p:spPr>
            <a:xfrm>
              <a:off x="4024600" y="1818200"/>
              <a:ext cx="23250" cy="251850"/>
            </a:xfrm>
            <a:custGeom>
              <a:avLst/>
              <a:gdLst/>
              <a:ahLst/>
              <a:cxnLst/>
              <a:rect l="l" t="t" r="r" b="b"/>
              <a:pathLst>
                <a:path w="930" h="10074" extrusionOk="0">
                  <a:moveTo>
                    <a:pt x="465" y="1"/>
                  </a:moveTo>
                  <a:cubicBezTo>
                    <a:pt x="465" y="1"/>
                    <a:pt x="0" y="2799"/>
                    <a:pt x="0" y="10074"/>
                  </a:cubicBezTo>
                  <a:lnTo>
                    <a:pt x="929" y="10074"/>
                  </a:lnTo>
                  <a:cubicBezTo>
                    <a:pt x="929" y="2799"/>
                    <a:pt x="465" y="1"/>
                    <a:pt x="4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90"/>
            <p:cNvSpPr/>
            <p:nvPr/>
          </p:nvSpPr>
          <p:spPr>
            <a:xfrm>
              <a:off x="3387625" y="3810425"/>
              <a:ext cx="206175" cy="82775"/>
            </a:xfrm>
            <a:custGeom>
              <a:avLst/>
              <a:gdLst/>
              <a:ahLst/>
              <a:cxnLst/>
              <a:rect l="l" t="t" r="r" b="b"/>
              <a:pathLst>
                <a:path w="8247" h="3311" extrusionOk="0">
                  <a:moveTo>
                    <a:pt x="3786" y="0"/>
                  </a:moveTo>
                  <a:lnTo>
                    <a:pt x="2060" y="1358"/>
                  </a:lnTo>
                  <a:lnTo>
                    <a:pt x="95" y="1119"/>
                  </a:lnTo>
                  <a:lnTo>
                    <a:pt x="12" y="2334"/>
                  </a:lnTo>
                  <a:cubicBezTo>
                    <a:pt x="0" y="2632"/>
                    <a:pt x="226" y="2870"/>
                    <a:pt x="512" y="2893"/>
                  </a:cubicBezTo>
                  <a:lnTo>
                    <a:pt x="6894" y="3298"/>
                  </a:lnTo>
                  <a:cubicBezTo>
                    <a:pt x="6998" y="3306"/>
                    <a:pt x="7093" y="3310"/>
                    <a:pt x="7180" y="3310"/>
                  </a:cubicBezTo>
                  <a:cubicBezTo>
                    <a:pt x="8246" y="3310"/>
                    <a:pt x="8058" y="2736"/>
                    <a:pt x="7584" y="2417"/>
                  </a:cubicBezTo>
                  <a:cubicBezTo>
                    <a:pt x="7239" y="2179"/>
                    <a:pt x="5108" y="846"/>
                    <a:pt x="37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90"/>
            <p:cNvSpPr/>
            <p:nvPr/>
          </p:nvSpPr>
          <p:spPr>
            <a:xfrm>
              <a:off x="3390000" y="3789875"/>
              <a:ext cx="92300" cy="55100"/>
            </a:xfrm>
            <a:custGeom>
              <a:avLst/>
              <a:gdLst/>
              <a:ahLst/>
              <a:cxnLst/>
              <a:rect l="l" t="t" r="r" b="b"/>
              <a:pathLst>
                <a:path w="3692" h="2204" extrusionOk="0">
                  <a:moveTo>
                    <a:pt x="119" y="1"/>
                  </a:moveTo>
                  <a:lnTo>
                    <a:pt x="0" y="1965"/>
                  </a:lnTo>
                  <a:lnTo>
                    <a:pt x="1965" y="2203"/>
                  </a:lnTo>
                  <a:lnTo>
                    <a:pt x="3691" y="834"/>
                  </a:lnTo>
                  <a:cubicBezTo>
                    <a:pt x="3060" y="441"/>
                    <a:pt x="2620" y="156"/>
                    <a:pt x="2620" y="156"/>
                  </a:cubicBezTo>
                  <a:lnTo>
                    <a:pt x="1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90"/>
            <p:cNvSpPr/>
            <p:nvPr/>
          </p:nvSpPr>
          <p:spPr>
            <a:xfrm>
              <a:off x="3127175" y="2367975"/>
              <a:ext cx="508400" cy="530450"/>
            </a:xfrm>
            <a:custGeom>
              <a:avLst/>
              <a:gdLst/>
              <a:ahLst/>
              <a:cxnLst/>
              <a:rect l="l" t="t" r="r" b="b"/>
              <a:pathLst>
                <a:path w="20336" h="21218" extrusionOk="0">
                  <a:moveTo>
                    <a:pt x="512" y="1"/>
                  </a:moveTo>
                  <a:cubicBezTo>
                    <a:pt x="226" y="1"/>
                    <a:pt x="0" y="227"/>
                    <a:pt x="0" y="513"/>
                  </a:cubicBezTo>
                  <a:lnTo>
                    <a:pt x="0" y="20706"/>
                  </a:lnTo>
                  <a:cubicBezTo>
                    <a:pt x="0" y="20991"/>
                    <a:pt x="226" y="21218"/>
                    <a:pt x="512" y="21218"/>
                  </a:cubicBezTo>
                  <a:lnTo>
                    <a:pt x="19812" y="21218"/>
                  </a:lnTo>
                  <a:cubicBezTo>
                    <a:pt x="20098" y="21218"/>
                    <a:pt x="20336" y="20991"/>
                    <a:pt x="20312" y="20706"/>
                  </a:cubicBezTo>
                  <a:lnTo>
                    <a:pt x="20312" y="513"/>
                  </a:lnTo>
                  <a:cubicBezTo>
                    <a:pt x="20312" y="227"/>
                    <a:pt x="20098" y="1"/>
                    <a:pt x="198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90"/>
            <p:cNvSpPr/>
            <p:nvPr/>
          </p:nvSpPr>
          <p:spPr>
            <a:xfrm>
              <a:off x="3067325" y="2367675"/>
              <a:ext cx="125350" cy="530750"/>
            </a:xfrm>
            <a:custGeom>
              <a:avLst/>
              <a:gdLst/>
              <a:ahLst/>
              <a:cxnLst/>
              <a:rect l="l" t="t" r="r" b="b"/>
              <a:pathLst>
                <a:path w="5014" h="21230" extrusionOk="0">
                  <a:moveTo>
                    <a:pt x="251" y="1"/>
                  </a:moveTo>
                  <a:cubicBezTo>
                    <a:pt x="120" y="1"/>
                    <a:pt x="1" y="120"/>
                    <a:pt x="1" y="251"/>
                  </a:cubicBezTo>
                  <a:lnTo>
                    <a:pt x="1" y="20968"/>
                  </a:lnTo>
                  <a:cubicBezTo>
                    <a:pt x="1" y="21111"/>
                    <a:pt x="120" y="21230"/>
                    <a:pt x="251" y="21230"/>
                  </a:cubicBezTo>
                  <a:lnTo>
                    <a:pt x="4763" y="21230"/>
                  </a:lnTo>
                  <a:cubicBezTo>
                    <a:pt x="4918" y="21230"/>
                    <a:pt x="5013" y="21122"/>
                    <a:pt x="5013" y="20968"/>
                  </a:cubicBezTo>
                  <a:lnTo>
                    <a:pt x="5013" y="251"/>
                  </a:lnTo>
                  <a:cubicBezTo>
                    <a:pt x="5013" y="120"/>
                    <a:pt x="4894" y="1"/>
                    <a:pt x="476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90"/>
            <p:cNvSpPr/>
            <p:nvPr/>
          </p:nvSpPr>
          <p:spPr>
            <a:xfrm>
              <a:off x="3430475" y="2870325"/>
              <a:ext cx="230400" cy="544325"/>
            </a:xfrm>
            <a:custGeom>
              <a:avLst/>
              <a:gdLst/>
              <a:ahLst/>
              <a:cxnLst/>
              <a:rect l="l" t="t" r="r" b="b"/>
              <a:pathLst>
                <a:path w="9216" h="21773" extrusionOk="0">
                  <a:moveTo>
                    <a:pt x="5262" y="0"/>
                  </a:moveTo>
                  <a:cubicBezTo>
                    <a:pt x="4564" y="0"/>
                    <a:pt x="4037" y="195"/>
                    <a:pt x="4037" y="195"/>
                  </a:cubicBezTo>
                  <a:cubicBezTo>
                    <a:pt x="4037" y="195"/>
                    <a:pt x="1" y="766"/>
                    <a:pt x="489" y="5255"/>
                  </a:cubicBezTo>
                  <a:cubicBezTo>
                    <a:pt x="870" y="8708"/>
                    <a:pt x="3191" y="16078"/>
                    <a:pt x="4346" y="20066"/>
                  </a:cubicBezTo>
                  <a:cubicBezTo>
                    <a:pt x="4635" y="21092"/>
                    <a:pt x="5604" y="21772"/>
                    <a:pt x="6677" y="21772"/>
                  </a:cubicBezTo>
                  <a:cubicBezTo>
                    <a:pt x="6800" y="21772"/>
                    <a:pt x="6924" y="21764"/>
                    <a:pt x="7049" y="21745"/>
                  </a:cubicBezTo>
                  <a:cubicBezTo>
                    <a:pt x="8275" y="21579"/>
                    <a:pt x="9192" y="20566"/>
                    <a:pt x="9192" y="19400"/>
                  </a:cubicBezTo>
                  <a:cubicBezTo>
                    <a:pt x="9216" y="15232"/>
                    <a:pt x="9073" y="6696"/>
                    <a:pt x="8478" y="3291"/>
                  </a:cubicBezTo>
                  <a:cubicBezTo>
                    <a:pt x="8004" y="524"/>
                    <a:pt x="6405" y="0"/>
                    <a:pt x="526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90"/>
            <p:cNvSpPr/>
            <p:nvPr/>
          </p:nvSpPr>
          <p:spPr>
            <a:xfrm>
              <a:off x="3369750" y="3319875"/>
              <a:ext cx="293225" cy="482825"/>
            </a:xfrm>
            <a:custGeom>
              <a:avLst/>
              <a:gdLst/>
              <a:ahLst/>
              <a:cxnLst/>
              <a:rect l="l" t="t" r="r" b="b"/>
              <a:pathLst>
                <a:path w="11729" h="19313" extrusionOk="0">
                  <a:moveTo>
                    <a:pt x="9776" y="1"/>
                  </a:moveTo>
                  <a:cubicBezTo>
                    <a:pt x="9225" y="1"/>
                    <a:pt x="8631" y="184"/>
                    <a:pt x="8133" y="501"/>
                  </a:cubicBezTo>
                  <a:cubicBezTo>
                    <a:pt x="7896" y="654"/>
                    <a:pt x="7683" y="690"/>
                    <a:pt x="7492" y="690"/>
                  </a:cubicBezTo>
                  <a:cubicBezTo>
                    <a:pt x="7323" y="690"/>
                    <a:pt x="7171" y="662"/>
                    <a:pt x="7033" y="662"/>
                  </a:cubicBezTo>
                  <a:cubicBezTo>
                    <a:pt x="6816" y="662"/>
                    <a:pt x="6634" y="731"/>
                    <a:pt x="6478" y="1084"/>
                  </a:cubicBezTo>
                  <a:cubicBezTo>
                    <a:pt x="5716" y="2799"/>
                    <a:pt x="24" y="19098"/>
                    <a:pt x="1" y="19098"/>
                  </a:cubicBezTo>
                  <a:lnTo>
                    <a:pt x="4287" y="19313"/>
                  </a:lnTo>
                  <a:cubicBezTo>
                    <a:pt x="4287" y="19313"/>
                    <a:pt x="10752" y="4489"/>
                    <a:pt x="11359" y="2727"/>
                  </a:cubicBezTo>
                  <a:cubicBezTo>
                    <a:pt x="11728" y="1632"/>
                    <a:pt x="11526" y="1394"/>
                    <a:pt x="11395" y="1025"/>
                  </a:cubicBezTo>
                  <a:cubicBezTo>
                    <a:pt x="11126" y="307"/>
                    <a:pt x="10487" y="1"/>
                    <a:pt x="97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90"/>
            <p:cNvSpPr/>
            <p:nvPr/>
          </p:nvSpPr>
          <p:spPr>
            <a:xfrm>
              <a:off x="3237900" y="2721000"/>
              <a:ext cx="279525" cy="687600"/>
            </a:xfrm>
            <a:custGeom>
              <a:avLst/>
              <a:gdLst/>
              <a:ahLst/>
              <a:cxnLst/>
              <a:rect l="l" t="t" r="r" b="b"/>
              <a:pathLst>
                <a:path w="11181" h="27504" extrusionOk="0">
                  <a:moveTo>
                    <a:pt x="8382" y="0"/>
                  </a:moveTo>
                  <a:cubicBezTo>
                    <a:pt x="8382" y="0"/>
                    <a:pt x="1917" y="501"/>
                    <a:pt x="834" y="5061"/>
                  </a:cubicBezTo>
                  <a:cubicBezTo>
                    <a:pt x="0" y="8585"/>
                    <a:pt x="905" y="20563"/>
                    <a:pt x="607" y="24908"/>
                  </a:cubicBezTo>
                  <a:cubicBezTo>
                    <a:pt x="512" y="26123"/>
                    <a:pt x="1322" y="27206"/>
                    <a:pt x="2465" y="27456"/>
                  </a:cubicBezTo>
                  <a:cubicBezTo>
                    <a:pt x="2616" y="27488"/>
                    <a:pt x="2768" y="27503"/>
                    <a:pt x="2919" y="27503"/>
                  </a:cubicBezTo>
                  <a:cubicBezTo>
                    <a:pt x="3904" y="27503"/>
                    <a:pt x="4827" y="26851"/>
                    <a:pt x="5168" y="25849"/>
                  </a:cubicBezTo>
                  <a:cubicBezTo>
                    <a:pt x="6596" y="21729"/>
                    <a:pt x="9740" y="12526"/>
                    <a:pt x="10371" y="8966"/>
                  </a:cubicBezTo>
                  <a:cubicBezTo>
                    <a:pt x="11180" y="4334"/>
                    <a:pt x="8382" y="0"/>
                    <a:pt x="838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90"/>
            <p:cNvSpPr/>
            <p:nvPr/>
          </p:nvSpPr>
          <p:spPr>
            <a:xfrm>
              <a:off x="3474825" y="2423275"/>
              <a:ext cx="401850" cy="148775"/>
            </a:xfrm>
            <a:custGeom>
              <a:avLst/>
              <a:gdLst/>
              <a:ahLst/>
              <a:cxnLst/>
              <a:rect l="l" t="t" r="r" b="b"/>
              <a:pathLst>
                <a:path w="16074" h="5951" extrusionOk="0">
                  <a:moveTo>
                    <a:pt x="14516" y="0"/>
                  </a:moveTo>
                  <a:cubicBezTo>
                    <a:pt x="14488" y="0"/>
                    <a:pt x="14459" y="1"/>
                    <a:pt x="14431" y="3"/>
                  </a:cubicBezTo>
                  <a:cubicBezTo>
                    <a:pt x="12347" y="206"/>
                    <a:pt x="7323" y="801"/>
                    <a:pt x="3894" y="1122"/>
                  </a:cubicBezTo>
                  <a:cubicBezTo>
                    <a:pt x="1" y="1492"/>
                    <a:pt x="536" y="4123"/>
                    <a:pt x="536" y="4123"/>
                  </a:cubicBezTo>
                  <a:cubicBezTo>
                    <a:pt x="536" y="4123"/>
                    <a:pt x="831" y="5951"/>
                    <a:pt x="3185" y="5951"/>
                  </a:cubicBezTo>
                  <a:cubicBezTo>
                    <a:pt x="3629" y="5951"/>
                    <a:pt x="4148" y="5885"/>
                    <a:pt x="4751" y="5730"/>
                  </a:cubicBezTo>
                  <a:cubicBezTo>
                    <a:pt x="8061" y="4861"/>
                    <a:pt x="12883" y="3623"/>
                    <a:pt x="14895" y="3075"/>
                  </a:cubicBezTo>
                  <a:cubicBezTo>
                    <a:pt x="15562" y="2885"/>
                    <a:pt x="16074" y="2075"/>
                    <a:pt x="15919" y="1289"/>
                  </a:cubicBezTo>
                  <a:cubicBezTo>
                    <a:pt x="15782" y="535"/>
                    <a:pt x="15185" y="0"/>
                    <a:pt x="14516" y="0"/>
                  </a:cubicBezTo>
                  <a:close/>
                </a:path>
              </a:pathLst>
            </a:custGeom>
            <a:solidFill>
              <a:srgbClr val="F9C6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90"/>
            <p:cNvSpPr/>
            <p:nvPr/>
          </p:nvSpPr>
          <p:spPr>
            <a:xfrm>
              <a:off x="2914350" y="2866250"/>
              <a:ext cx="127125" cy="126600"/>
            </a:xfrm>
            <a:custGeom>
              <a:avLst/>
              <a:gdLst/>
              <a:ahLst/>
              <a:cxnLst/>
              <a:rect l="l" t="t" r="r" b="b"/>
              <a:pathLst>
                <a:path w="5085" h="5064" extrusionOk="0">
                  <a:moveTo>
                    <a:pt x="3393" y="1"/>
                  </a:moveTo>
                  <a:cubicBezTo>
                    <a:pt x="3393" y="1"/>
                    <a:pt x="0" y="2525"/>
                    <a:pt x="155" y="2715"/>
                  </a:cubicBezTo>
                  <a:cubicBezTo>
                    <a:pt x="166" y="2730"/>
                    <a:pt x="186" y="2737"/>
                    <a:pt x="214" y="2737"/>
                  </a:cubicBezTo>
                  <a:cubicBezTo>
                    <a:pt x="512" y="2737"/>
                    <a:pt x="1679" y="1930"/>
                    <a:pt x="1679" y="1930"/>
                  </a:cubicBezTo>
                  <a:lnTo>
                    <a:pt x="1679" y="1930"/>
                  </a:lnTo>
                  <a:cubicBezTo>
                    <a:pt x="1679" y="1930"/>
                    <a:pt x="48" y="3644"/>
                    <a:pt x="214" y="3823"/>
                  </a:cubicBezTo>
                  <a:cubicBezTo>
                    <a:pt x="222" y="3832"/>
                    <a:pt x="234" y="3836"/>
                    <a:pt x="249" y="3836"/>
                  </a:cubicBezTo>
                  <a:cubicBezTo>
                    <a:pt x="533" y="3836"/>
                    <a:pt x="2083" y="2382"/>
                    <a:pt x="2084" y="2382"/>
                  </a:cubicBezTo>
                  <a:lnTo>
                    <a:pt x="2084" y="2382"/>
                  </a:lnTo>
                  <a:cubicBezTo>
                    <a:pt x="2083" y="2382"/>
                    <a:pt x="560" y="4466"/>
                    <a:pt x="750" y="4608"/>
                  </a:cubicBezTo>
                  <a:cubicBezTo>
                    <a:pt x="758" y="4615"/>
                    <a:pt x="767" y="4617"/>
                    <a:pt x="779" y="4617"/>
                  </a:cubicBezTo>
                  <a:cubicBezTo>
                    <a:pt x="1060" y="4617"/>
                    <a:pt x="2488" y="2871"/>
                    <a:pt x="2489" y="2870"/>
                  </a:cubicBezTo>
                  <a:lnTo>
                    <a:pt x="2489" y="2870"/>
                  </a:lnTo>
                  <a:cubicBezTo>
                    <a:pt x="2488" y="2871"/>
                    <a:pt x="1215" y="4966"/>
                    <a:pt x="1465" y="5061"/>
                  </a:cubicBezTo>
                  <a:cubicBezTo>
                    <a:pt x="1469" y="5063"/>
                    <a:pt x="1474" y="5063"/>
                    <a:pt x="1480" y="5063"/>
                  </a:cubicBezTo>
                  <a:cubicBezTo>
                    <a:pt x="1782" y="5063"/>
                    <a:pt x="3572" y="2585"/>
                    <a:pt x="3572" y="2584"/>
                  </a:cubicBezTo>
                  <a:lnTo>
                    <a:pt x="3572" y="2584"/>
                  </a:lnTo>
                  <a:cubicBezTo>
                    <a:pt x="3572" y="2585"/>
                    <a:pt x="2917" y="4263"/>
                    <a:pt x="3060" y="4430"/>
                  </a:cubicBezTo>
                  <a:cubicBezTo>
                    <a:pt x="3072" y="4445"/>
                    <a:pt x="3086" y="4452"/>
                    <a:pt x="3101" y="4452"/>
                  </a:cubicBezTo>
                  <a:cubicBezTo>
                    <a:pt x="3213" y="4452"/>
                    <a:pt x="3427" y="4096"/>
                    <a:pt x="3751" y="3585"/>
                  </a:cubicBezTo>
                  <a:cubicBezTo>
                    <a:pt x="4453" y="2513"/>
                    <a:pt x="5084" y="715"/>
                    <a:pt x="5084" y="715"/>
                  </a:cubicBezTo>
                  <a:lnTo>
                    <a:pt x="33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90"/>
            <p:cNvSpPr/>
            <p:nvPr/>
          </p:nvSpPr>
          <p:spPr>
            <a:xfrm>
              <a:off x="3800550" y="2178650"/>
              <a:ext cx="146075" cy="325825"/>
            </a:xfrm>
            <a:custGeom>
              <a:avLst/>
              <a:gdLst/>
              <a:ahLst/>
              <a:cxnLst/>
              <a:rect l="l" t="t" r="r" b="b"/>
              <a:pathLst>
                <a:path w="5843" h="13033" extrusionOk="0">
                  <a:moveTo>
                    <a:pt x="4781" y="0"/>
                  </a:moveTo>
                  <a:cubicBezTo>
                    <a:pt x="4245" y="0"/>
                    <a:pt x="3831" y="1163"/>
                    <a:pt x="3640" y="1680"/>
                  </a:cubicBezTo>
                  <a:cubicBezTo>
                    <a:pt x="3045" y="3347"/>
                    <a:pt x="2045" y="4871"/>
                    <a:pt x="1069" y="7609"/>
                  </a:cubicBezTo>
                  <a:cubicBezTo>
                    <a:pt x="485" y="9229"/>
                    <a:pt x="211" y="10467"/>
                    <a:pt x="116" y="11384"/>
                  </a:cubicBezTo>
                  <a:cubicBezTo>
                    <a:pt x="1" y="12356"/>
                    <a:pt x="758" y="13032"/>
                    <a:pt x="1571" y="13032"/>
                  </a:cubicBezTo>
                  <a:cubicBezTo>
                    <a:pt x="1933" y="13032"/>
                    <a:pt x="2305" y="12899"/>
                    <a:pt x="2616" y="12598"/>
                  </a:cubicBezTo>
                  <a:cubicBezTo>
                    <a:pt x="3164" y="12039"/>
                    <a:pt x="3652" y="11265"/>
                    <a:pt x="3890" y="10157"/>
                  </a:cubicBezTo>
                  <a:cubicBezTo>
                    <a:pt x="4486" y="7300"/>
                    <a:pt x="5379" y="2918"/>
                    <a:pt x="5724" y="1180"/>
                  </a:cubicBezTo>
                  <a:cubicBezTo>
                    <a:pt x="5843" y="597"/>
                    <a:pt x="5450" y="180"/>
                    <a:pt x="4879" y="13"/>
                  </a:cubicBezTo>
                  <a:cubicBezTo>
                    <a:pt x="4846" y="5"/>
                    <a:pt x="4813" y="0"/>
                    <a:pt x="47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90"/>
            <p:cNvSpPr/>
            <p:nvPr/>
          </p:nvSpPr>
          <p:spPr>
            <a:xfrm>
              <a:off x="3303675" y="2452150"/>
              <a:ext cx="299775" cy="385250"/>
            </a:xfrm>
            <a:custGeom>
              <a:avLst/>
              <a:gdLst/>
              <a:ahLst/>
              <a:cxnLst/>
              <a:rect l="l" t="t" r="r" b="b"/>
              <a:pathLst>
                <a:path w="11991" h="15410" extrusionOk="0">
                  <a:moveTo>
                    <a:pt x="5995" y="0"/>
                  </a:moveTo>
                  <a:cubicBezTo>
                    <a:pt x="4489" y="0"/>
                    <a:pt x="2983" y="164"/>
                    <a:pt x="1501" y="491"/>
                  </a:cubicBezTo>
                  <a:cubicBezTo>
                    <a:pt x="1394" y="527"/>
                    <a:pt x="1298" y="539"/>
                    <a:pt x="1191" y="563"/>
                  </a:cubicBezTo>
                  <a:cubicBezTo>
                    <a:pt x="834" y="646"/>
                    <a:pt x="560" y="920"/>
                    <a:pt x="477" y="1301"/>
                  </a:cubicBezTo>
                  <a:cubicBezTo>
                    <a:pt x="0" y="3777"/>
                    <a:pt x="465" y="11862"/>
                    <a:pt x="620" y="14541"/>
                  </a:cubicBezTo>
                  <a:cubicBezTo>
                    <a:pt x="655" y="15029"/>
                    <a:pt x="1060" y="15410"/>
                    <a:pt x="1548" y="15410"/>
                  </a:cubicBezTo>
                  <a:lnTo>
                    <a:pt x="10430" y="15410"/>
                  </a:lnTo>
                  <a:cubicBezTo>
                    <a:pt x="10919" y="15410"/>
                    <a:pt x="11323" y="15029"/>
                    <a:pt x="11359" y="14541"/>
                  </a:cubicBezTo>
                  <a:cubicBezTo>
                    <a:pt x="11538" y="11862"/>
                    <a:pt x="11990" y="3777"/>
                    <a:pt x="11502" y="1301"/>
                  </a:cubicBezTo>
                  <a:cubicBezTo>
                    <a:pt x="11430" y="944"/>
                    <a:pt x="11157" y="658"/>
                    <a:pt x="10799" y="563"/>
                  </a:cubicBezTo>
                  <a:cubicBezTo>
                    <a:pt x="10704" y="539"/>
                    <a:pt x="10597" y="527"/>
                    <a:pt x="10490" y="491"/>
                  </a:cubicBezTo>
                  <a:cubicBezTo>
                    <a:pt x="9008" y="164"/>
                    <a:pt x="7501" y="0"/>
                    <a:pt x="5995" y="0"/>
                  </a:cubicBezTo>
                  <a:close/>
                </a:path>
              </a:pathLst>
            </a:custGeom>
            <a:solidFill>
              <a:srgbClr val="F9C6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90"/>
            <p:cNvSpPr/>
            <p:nvPr/>
          </p:nvSpPr>
          <p:spPr>
            <a:xfrm>
              <a:off x="3406950" y="2359650"/>
              <a:ext cx="93500" cy="113425"/>
            </a:xfrm>
            <a:custGeom>
              <a:avLst/>
              <a:gdLst/>
              <a:ahLst/>
              <a:cxnLst/>
              <a:rect l="l" t="t" r="r" b="b"/>
              <a:pathLst>
                <a:path w="3740" h="4537" extrusionOk="0">
                  <a:moveTo>
                    <a:pt x="1" y="0"/>
                  </a:moveTo>
                  <a:lnTo>
                    <a:pt x="1" y="4537"/>
                  </a:lnTo>
                  <a:lnTo>
                    <a:pt x="3740" y="4537"/>
                  </a:lnTo>
                  <a:lnTo>
                    <a:pt x="374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90"/>
            <p:cNvSpPr/>
            <p:nvPr/>
          </p:nvSpPr>
          <p:spPr>
            <a:xfrm>
              <a:off x="3900175" y="2091025"/>
              <a:ext cx="103000" cy="130225"/>
            </a:xfrm>
            <a:custGeom>
              <a:avLst/>
              <a:gdLst/>
              <a:ahLst/>
              <a:cxnLst/>
              <a:rect l="l" t="t" r="r" b="b"/>
              <a:pathLst>
                <a:path w="4120" h="5209" extrusionOk="0">
                  <a:moveTo>
                    <a:pt x="3682" y="0"/>
                  </a:moveTo>
                  <a:cubicBezTo>
                    <a:pt x="3147" y="0"/>
                    <a:pt x="1108" y="2494"/>
                    <a:pt x="1108" y="2494"/>
                  </a:cubicBezTo>
                  <a:cubicBezTo>
                    <a:pt x="1108" y="2494"/>
                    <a:pt x="1822" y="827"/>
                    <a:pt x="1679" y="649"/>
                  </a:cubicBezTo>
                  <a:cubicBezTo>
                    <a:pt x="1664" y="632"/>
                    <a:pt x="1646" y="624"/>
                    <a:pt x="1625" y="624"/>
                  </a:cubicBezTo>
                  <a:cubicBezTo>
                    <a:pt x="1498" y="624"/>
                    <a:pt x="1265" y="927"/>
                    <a:pt x="917" y="1458"/>
                  </a:cubicBezTo>
                  <a:cubicBezTo>
                    <a:pt x="179" y="2590"/>
                    <a:pt x="1" y="4530"/>
                    <a:pt x="1" y="4530"/>
                  </a:cubicBezTo>
                  <a:lnTo>
                    <a:pt x="1286" y="5209"/>
                  </a:lnTo>
                  <a:lnTo>
                    <a:pt x="1286" y="5209"/>
                  </a:lnTo>
                  <a:cubicBezTo>
                    <a:pt x="1282" y="5201"/>
                    <a:pt x="4120" y="2054"/>
                    <a:pt x="3953" y="1887"/>
                  </a:cubicBezTo>
                  <a:cubicBezTo>
                    <a:pt x="3922" y="1856"/>
                    <a:pt x="3884" y="1841"/>
                    <a:pt x="3841" y="1841"/>
                  </a:cubicBezTo>
                  <a:cubicBezTo>
                    <a:pt x="3714" y="1841"/>
                    <a:pt x="3546" y="1966"/>
                    <a:pt x="3388" y="2131"/>
                  </a:cubicBezTo>
                  <a:lnTo>
                    <a:pt x="3388" y="2131"/>
                  </a:lnTo>
                  <a:cubicBezTo>
                    <a:pt x="3622" y="1599"/>
                    <a:pt x="3835" y="978"/>
                    <a:pt x="3751" y="875"/>
                  </a:cubicBezTo>
                  <a:cubicBezTo>
                    <a:pt x="3743" y="866"/>
                    <a:pt x="3733" y="862"/>
                    <a:pt x="3722" y="862"/>
                  </a:cubicBezTo>
                  <a:cubicBezTo>
                    <a:pt x="3707" y="862"/>
                    <a:pt x="3689" y="869"/>
                    <a:pt x="3668" y="882"/>
                  </a:cubicBezTo>
                  <a:lnTo>
                    <a:pt x="3668" y="882"/>
                  </a:lnTo>
                  <a:cubicBezTo>
                    <a:pt x="3836" y="591"/>
                    <a:pt x="3940" y="363"/>
                    <a:pt x="3894" y="304"/>
                  </a:cubicBezTo>
                  <a:cubicBezTo>
                    <a:pt x="3870" y="272"/>
                    <a:pt x="3840" y="258"/>
                    <a:pt x="3805" y="258"/>
                  </a:cubicBezTo>
                  <a:cubicBezTo>
                    <a:pt x="3803" y="258"/>
                    <a:pt x="3802" y="258"/>
                    <a:pt x="3800" y="258"/>
                  </a:cubicBezTo>
                  <a:lnTo>
                    <a:pt x="3800" y="258"/>
                  </a:lnTo>
                  <a:cubicBezTo>
                    <a:pt x="3825" y="160"/>
                    <a:pt x="3816" y="81"/>
                    <a:pt x="3763" y="30"/>
                  </a:cubicBezTo>
                  <a:cubicBezTo>
                    <a:pt x="3742" y="10"/>
                    <a:pt x="3715" y="0"/>
                    <a:pt x="3682" y="0"/>
                  </a:cubicBezTo>
                  <a:close/>
                  <a:moveTo>
                    <a:pt x="1286" y="5209"/>
                  </a:moveTo>
                  <a:cubicBezTo>
                    <a:pt x="1286" y="5209"/>
                    <a:pt x="1286" y="5209"/>
                    <a:pt x="1286" y="5209"/>
                  </a:cubicBezTo>
                  <a:lnTo>
                    <a:pt x="1286" y="520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90"/>
            <p:cNvSpPr/>
            <p:nvPr/>
          </p:nvSpPr>
          <p:spPr>
            <a:xfrm>
              <a:off x="2790525" y="3073650"/>
              <a:ext cx="208075" cy="103075"/>
            </a:xfrm>
            <a:custGeom>
              <a:avLst/>
              <a:gdLst/>
              <a:ahLst/>
              <a:cxnLst/>
              <a:rect l="l" t="t" r="r" b="b"/>
              <a:pathLst>
                <a:path w="8323" h="4123" extrusionOk="0">
                  <a:moveTo>
                    <a:pt x="7360" y="0"/>
                  </a:moveTo>
                  <a:cubicBezTo>
                    <a:pt x="7292" y="0"/>
                    <a:pt x="7223" y="13"/>
                    <a:pt x="7156" y="39"/>
                  </a:cubicBezTo>
                  <a:lnTo>
                    <a:pt x="1286" y="2551"/>
                  </a:lnTo>
                  <a:cubicBezTo>
                    <a:pt x="0" y="3123"/>
                    <a:pt x="453" y="3599"/>
                    <a:pt x="1072" y="3670"/>
                  </a:cubicBezTo>
                  <a:cubicBezTo>
                    <a:pt x="1488" y="3730"/>
                    <a:pt x="3989" y="3968"/>
                    <a:pt x="5537" y="4123"/>
                  </a:cubicBezTo>
                  <a:lnTo>
                    <a:pt x="6465" y="2123"/>
                  </a:lnTo>
                  <a:lnTo>
                    <a:pt x="8323" y="1444"/>
                  </a:lnTo>
                  <a:lnTo>
                    <a:pt x="7846" y="325"/>
                  </a:lnTo>
                  <a:cubicBezTo>
                    <a:pt x="7757" y="118"/>
                    <a:pt x="7565" y="0"/>
                    <a:pt x="736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90"/>
            <p:cNvSpPr/>
            <p:nvPr/>
          </p:nvSpPr>
          <p:spPr>
            <a:xfrm>
              <a:off x="2928925" y="3110025"/>
              <a:ext cx="88725" cy="69675"/>
            </a:xfrm>
            <a:custGeom>
              <a:avLst/>
              <a:gdLst/>
              <a:ahLst/>
              <a:cxnLst/>
              <a:rect l="l" t="t" r="r" b="b"/>
              <a:pathLst>
                <a:path w="3549" h="2787" extrusionOk="0">
                  <a:moveTo>
                    <a:pt x="2798" y="1"/>
                  </a:moveTo>
                  <a:lnTo>
                    <a:pt x="941" y="680"/>
                  </a:lnTo>
                  <a:lnTo>
                    <a:pt x="1" y="2668"/>
                  </a:lnTo>
                  <a:cubicBezTo>
                    <a:pt x="727" y="2739"/>
                    <a:pt x="1227" y="2787"/>
                    <a:pt x="1227" y="2787"/>
                  </a:cubicBezTo>
                  <a:lnTo>
                    <a:pt x="3549" y="1787"/>
                  </a:lnTo>
                  <a:lnTo>
                    <a:pt x="27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90"/>
            <p:cNvSpPr/>
            <p:nvPr/>
          </p:nvSpPr>
          <p:spPr>
            <a:xfrm>
              <a:off x="2922375" y="3129675"/>
              <a:ext cx="466750" cy="280175"/>
            </a:xfrm>
            <a:custGeom>
              <a:avLst/>
              <a:gdLst/>
              <a:ahLst/>
              <a:cxnLst/>
              <a:rect l="l" t="t" r="r" b="b"/>
              <a:pathLst>
                <a:path w="18670" h="11207" extrusionOk="0">
                  <a:moveTo>
                    <a:pt x="3394" y="1"/>
                  </a:moveTo>
                  <a:lnTo>
                    <a:pt x="1" y="2656"/>
                  </a:lnTo>
                  <a:cubicBezTo>
                    <a:pt x="1" y="2656"/>
                    <a:pt x="12931" y="10157"/>
                    <a:pt x="14598" y="11002"/>
                  </a:cubicBezTo>
                  <a:cubicBezTo>
                    <a:pt x="14883" y="11147"/>
                    <a:pt x="15154" y="11207"/>
                    <a:pt x="15409" y="11207"/>
                  </a:cubicBezTo>
                  <a:cubicBezTo>
                    <a:pt x="16641" y="11207"/>
                    <a:pt x="17467" y="9800"/>
                    <a:pt x="17467" y="9800"/>
                  </a:cubicBezTo>
                  <a:cubicBezTo>
                    <a:pt x="17467" y="9800"/>
                    <a:pt x="18670" y="7740"/>
                    <a:pt x="17122" y="6704"/>
                  </a:cubicBezTo>
                  <a:cubicBezTo>
                    <a:pt x="15562" y="5656"/>
                    <a:pt x="3394" y="13"/>
                    <a:pt x="339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90"/>
            <p:cNvSpPr/>
            <p:nvPr/>
          </p:nvSpPr>
          <p:spPr>
            <a:xfrm>
              <a:off x="3053350" y="2461600"/>
              <a:ext cx="381925" cy="245625"/>
            </a:xfrm>
            <a:custGeom>
              <a:avLst/>
              <a:gdLst/>
              <a:ahLst/>
              <a:cxnLst/>
              <a:rect l="l" t="t" r="r" b="b"/>
              <a:pathLst>
                <a:path w="15277" h="9825" extrusionOk="0">
                  <a:moveTo>
                    <a:pt x="11940" y="0"/>
                  </a:moveTo>
                  <a:cubicBezTo>
                    <a:pt x="11271" y="0"/>
                    <a:pt x="10415" y="250"/>
                    <a:pt x="9347" y="994"/>
                  </a:cubicBezTo>
                  <a:cubicBezTo>
                    <a:pt x="6525" y="2959"/>
                    <a:pt x="2370" y="5852"/>
                    <a:pt x="679" y="7078"/>
                  </a:cubicBezTo>
                  <a:cubicBezTo>
                    <a:pt x="119" y="7495"/>
                    <a:pt x="0" y="8341"/>
                    <a:pt x="417" y="9031"/>
                  </a:cubicBezTo>
                  <a:cubicBezTo>
                    <a:pt x="724" y="9532"/>
                    <a:pt x="1239" y="9825"/>
                    <a:pt x="1741" y="9825"/>
                  </a:cubicBezTo>
                  <a:cubicBezTo>
                    <a:pt x="1920" y="9825"/>
                    <a:pt x="2097" y="9788"/>
                    <a:pt x="2263" y="9710"/>
                  </a:cubicBezTo>
                  <a:cubicBezTo>
                    <a:pt x="4144" y="8805"/>
                    <a:pt x="8656" y="6483"/>
                    <a:pt x="11752" y="4995"/>
                  </a:cubicBezTo>
                  <a:cubicBezTo>
                    <a:pt x="15276" y="3280"/>
                    <a:pt x="13871" y="1018"/>
                    <a:pt x="13871" y="1018"/>
                  </a:cubicBezTo>
                  <a:cubicBezTo>
                    <a:pt x="13871" y="1018"/>
                    <a:pt x="13290" y="0"/>
                    <a:pt x="11940" y="0"/>
                  </a:cubicBezTo>
                  <a:close/>
                </a:path>
              </a:pathLst>
            </a:custGeom>
            <a:solidFill>
              <a:srgbClr val="F9C6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90"/>
            <p:cNvSpPr/>
            <p:nvPr/>
          </p:nvSpPr>
          <p:spPr>
            <a:xfrm>
              <a:off x="2976850" y="2625875"/>
              <a:ext cx="184275" cy="292725"/>
            </a:xfrm>
            <a:custGeom>
              <a:avLst/>
              <a:gdLst/>
              <a:ahLst/>
              <a:cxnLst/>
              <a:rect l="l" t="t" r="r" b="b"/>
              <a:pathLst>
                <a:path w="7371" h="11709" extrusionOk="0">
                  <a:moveTo>
                    <a:pt x="4933" y="1"/>
                  </a:moveTo>
                  <a:cubicBezTo>
                    <a:pt x="4318" y="1"/>
                    <a:pt x="3345" y="337"/>
                    <a:pt x="2739" y="2234"/>
                  </a:cubicBezTo>
                  <a:cubicBezTo>
                    <a:pt x="1894" y="4829"/>
                    <a:pt x="655" y="8651"/>
                    <a:pt x="167" y="10223"/>
                  </a:cubicBezTo>
                  <a:cubicBezTo>
                    <a:pt x="0" y="10759"/>
                    <a:pt x="298" y="11342"/>
                    <a:pt x="870" y="11580"/>
                  </a:cubicBezTo>
                  <a:cubicBezTo>
                    <a:pt x="1062" y="11664"/>
                    <a:pt x="1232" y="11708"/>
                    <a:pt x="1381" y="11708"/>
                  </a:cubicBezTo>
                  <a:cubicBezTo>
                    <a:pt x="1655" y="11708"/>
                    <a:pt x="1862" y="11559"/>
                    <a:pt x="2024" y="11235"/>
                  </a:cubicBezTo>
                  <a:cubicBezTo>
                    <a:pt x="2775" y="9759"/>
                    <a:pt x="4763" y="6044"/>
                    <a:pt x="5989" y="3615"/>
                  </a:cubicBezTo>
                  <a:cubicBezTo>
                    <a:pt x="7370" y="853"/>
                    <a:pt x="5501" y="103"/>
                    <a:pt x="5501" y="103"/>
                  </a:cubicBezTo>
                  <a:cubicBezTo>
                    <a:pt x="5501" y="103"/>
                    <a:pt x="5271" y="1"/>
                    <a:pt x="49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90"/>
            <p:cNvSpPr/>
            <p:nvPr/>
          </p:nvSpPr>
          <p:spPr>
            <a:xfrm>
              <a:off x="3249200" y="2760875"/>
              <a:ext cx="398875" cy="283700"/>
            </a:xfrm>
            <a:custGeom>
              <a:avLst/>
              <a:gdLst/>
              <a:ahLst/>
              <a:cxnLst/>
              <a:rect l="l" t="t" r="r" b="b"/>
              <a:pathLst>
                <a:path w="15955" h="11348" extrusionOk="0">
                  <a:moveTo>
                    <a:pt x="2680" y="1"/>
                  </a:moveTo>
                  <a:cubicBezTo>
                    <a:pt x="596" y="3061"/>
                    <a:pt x="1" y="7728"/>
                    <a:pt x="1" y="7728"/>
                  </a:cubicBezTo>
                  <a:lnTo>
                    <a:pt x="8942" y="11348"/>
                  </a:lnTo>
                  <a:lnTo>
                    <a:pt x="15955" y="9502"/>
                  </a:lnTo>
                  <a:cubicBezTo>
                    <a:pt x="15622" y="3763"/>
                    <a:pt x="13669" y="1"/>
                    <a:pt x="1366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90"/>
            <p:cNvSpPr/>
            <p:nvPr/>
          </p:nvSpPr>
          <p:spPr>
            <a:xfrm>
              <a:off x="2953025" y="2233750"/>
              <a:ext cx="1005525" cy="754825"/>
            </a:xfrm>
            <a:custGeom>
              <a:avLst/>
              <a:gdLst/>
              <a:ahLst/>
              <a:cxnLst/>
              <a:rect l="l" t="t" r="r" b="b"/>
              <a:pathLst>
                <a:path w="40221" h="30193" extrusionOk="0">
                  <a:moveTo>
                    <a:pt x="36339" y="0"/>
                  </a:moveTo>
                  <a:lnTo>
                    <a:pt x="33660" y="6001"/>
                  </a:lnTo>
                  <a:lnTo>
                    <a:pt x="21897" y="8049"/>
                  </a:lnTo>
                  <a:cubicBezTo>
                    <a:pt x="21897" y="8065"/>
                    <a:pt x="21221" y="9163"/>
                    <a:pt x="19998" y="9163"/>
                  </a:cubicBezTo>
                  <a:cubicBezTo>
                    <a:pt x="19480" y="9163"/>
                    <a:pt x="18863" y="8966"/>
                    <a:pt x="18158" y="8406"/>
                  </a:cubicBezTo>
                  <a:cubicBezTo>
                    <a:pt x="18158" y="8406"/>
                    <a:pt x="15110" y="8680"/>
                    <a:pt x="13907" y="9120"/>
                  </a:cubicBezTo>
                  <a:cubicBezTo>
                    <a:pt x="12705" y="9561"/>
                    <a:pt x="7288" y="11954"/>
                    <a:pt x="5002" y="14037"/>
                  </a:cubicBezTo>
                  <a:cubicBezTo>
                    <a:pt x="2727" y="16121"/>
                    <a:pt x="1" y="25134"/>
                    <a:pt x="1" y="25134"/>
                  </a:cubicBezTo>
                  <a:lnTo>
                    <a:pt x="4216" y="26777"/>
                  </a:lnTo>
                  <a:lnTo>
                    <a:pt x="7073" y="21729"/>
                  </a:lnTo>
                  <a:cubicBezTo>
                    <a:pt x="7978" y="20122"/>
                    <a:pt x="9324" y="18812"/>
                    <a:pt x="10943" y="17955"/>
                  </a:cubicBezTo>
                  <a:cubicBezTo>
                    <a:pt x="11126" y="17856"/>
                    <a:pt x="11320" y="17811"/>
                    <a:pt x="11510" y="17811"/>
                  </a:cubicBezTo>
                  <a:cubicBezTo>
                    <a:pt x="12122" y="17811"/>
                    <a:pt x="12690" y="18280"/>
                    <a:pt x="12717" y="18943"/>
                  </a:cubicBezTo>
                  <a:cubicBezTo>
                    <a:pt x="12741" y="19943"/>
                    <a:pt x="12538" y="21384"/>
                    <a:pt x="11705" y="23372"/>
                  </a:cubicBezTo>
                  <a:cubicBezTo>
                    <a:pt x="11050" y="24955"/>
                    <a:pt x="10800" y="26206"/>
                    <a:pt x="10740" y="27182"/>
                  </a:cubicBezTo>
                  <a:cubicBezTo>
                    <a:pt x="10657" y="28611"/>
                    <a:pt x="11729" y="29837"/>
                    <a:pt x="13145" y="30004"/>
                  </a:cubicBezTo>
                  <a:cubicBezTo>
                    <a:pt x="13998" y="30107"/>
                    <a:pt x="15104" y="30192"/>
                    <a:pt x="16412" y="30192"/>
                  </a:cubicBezTo>
                  <a:cubicBezTo>
                    <a:pt x="19323" y="30192"/>
                    <a:pt x="23234" y="29771"/>
                    <a:pt x="27588" y="28194"/>
                  </a:cubicBezTo>
                  <a:cubicBezTo>
                    <a:pt x="30302" y="25646"/>
                    <a:pt x="27231" y="21598"/>
                    <a:pt x="27171" y="18621"/>
                  </a:cubicBezTo>
                  <a:cubicBezTo>
                    <a:pt x="27147" y="17550"/>
                    <a:pt x="27088" y="16621"/>
                    <a:pt x="27016" y="15871"/>
                  </a:cubicBezTo>
                  <a:cubicBezTo>
                    <a:pt x="26909" y="14704"/>
                    <a:pt x="27731" y="13645"/>
                    <a:pt x="28874" y="13490"/>
                  </a:cubicBezTo>
                  <a:cubicBezTo>
                    <a:pt x="30624" y="13216"/>
                    <a:pt x="33160" y="12752"/>
                    <a:pt x="35422" y="12073"/>
                  </a:cubicBezTo>
                  <a:cubicBezTo>
                    <a:pt x="39351" y="10870"/>
                    <a:pt x="40220" y="1298"/>
                    <a:pt x="40220" y="1298"/>
                  </a:cubicBezTo>
                  <a:lnTo>
                    <a:pt x="363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90"/>
            <p:cNvSpPr/>
            <p:nvPr/>
          </p:nvSpPr>
          <p:spPr>
            <a:xfrm>
              <a:off x="3507875" y="2266475"/>
              <a:ext cx="43175" cy="56000"/>
            </a:xfrm>
            <a:custGeom>
              <a:avLst/>
              <a:gdLst/>
              <a:ahLst/>
              <a:cxnLst/>
              <a:rect l="l" t="t" r="r" b="b"/>
              <a:pathLst>
                <a:path w="1727" h="2240" extrusionOk="0">
                  <a:moveTo>
                    <a:pt x="857" y="1"/>
                  </a:moveTo>
                  <a:cubicBezTo>
                    <a:pt x="381" y="1"/>
                    <a:pt x="0" y="501"/>
                    <a:pt x="0" y="1120"/>
                  </a:cubicBezTo>
                  <a:cubicBezTo>
                    <a:pt x="0" y="1739"/>
                    <a:pt x="381" y="2239"/>
                    <a:pt x="857" y="2239"/>
                  </a:cubicBezTo>
                  <a:cubicBezTo>
                    <a:pt x="1346" y="2239"/>
                    <a:pt x="1727" y="1739"/>
                    <a:pt x="1727" y="1120"/>
                  </a:cubicBezTo>
                  <a:cubicBezTo>
                    <a:pt x="1727" y="501"/>
                    <a:pt x="1346" y="1"/>
                    <a:pt x="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90"/>
            <p:cNvSpPr/>
            <p:nvPr/>
          </p:nvSpPr>
          <p:spPr>
            <a:xfrm>
              <a:off x="3348925" y="2266475"/>
              <a:ext cx="43175" cy="56000"/>
            </a:xfrm>
            <a:custGeom>
              <a:avLst/>
              <a:gdLst/>
              <a:ahLst/>
              <a:cxnLst/>
              <a:rect l="l" t="t" r="r" b="b"/>
              <a:pathLst>
                <a:path w="1727" h="2240" extrusionOk="0">
                  <a:moveTo>
                    <a:pt x="869" y="1"/>
                  </a:moveTo>
                  <a:cubicBezTo>
                    <a:pt x="393" y="1"/>
                    <a:pt x="0" y="501"/>
                    <a:pt x="0" y="1120"/>
                  </a:cubicBezTo>
                  <a:cubicBezTo>
                    <a:pt x="0" y="1739"/>
                    <a:pt x="393" y="2239"/>
                    <a:pt x="869" y="2239"/>
                  </a:cubicBezTo>
                  <a:cubicBezTo>
                    <a:pt x="1346" y="2239"/>
                    <a:pt x="1727" y="1739"/>
                    <a:pt x="1727" y="1120"/>
                  </a:cubicBezTo>
                  <a:cubicBezTo>
                    <a:pt x="1727" y="501"/>
                    <a:pt x="1346" y="1"/>
                    <a:pt x="8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90"/>
            <p:cNvSpPr/>
            <p:nvPr/>
          </p:nvSpPr>
          <p:spPr>
            <a:xfrm>
              <a:off x="3374225" y="2164975"/>
              <a:ext cx="155400" cy="233100"/>
            </a:xfrm>
            <a:custGeom>
              <a:avLst/>
              <a:gdLst/>
              <a:ahLst/>
              <a:cxnLst/>
              <a:rect l="l" t="t" r="r" b="b"/>
              <a:pathLst>
                <a:path w="6216" h="9324" extrusionOk="0">
                  <a:moveTo>
                    <a:pt x="3394" y="1"/>
                  </a:moveTo>
                  <a:cubicBezTo>
                    <a:pt x="298" y="1"/>
                    <a:pt x="262" y="2811"/>
                    <a:pt x="262" y="2811"/>
                  </a:cubicBezTo>
                  <a:lnTo>
                    <a:pt x="0" y="5918"/>
                  </a:lnTo>
                  <a:cubicBezTo>
                    <a:pt x="0" y="7799"/>
                    <a:pt x="1453" y="9323"/>
                    <a:pt x="3322" y="9323"/>
                  </a:cubicBezTo>
                  <a:cubicBezTo>
                    <a:pt x="5203" y="9323"/>
                    <a:pt x="6203" y="7799"/>
                    <a:pt x="6203" y="5918"/>
                  </a:cubicBezTo>
                  <a:lnTo>
                    <a:pt x="6203" y="2811"/>
                  </a:lnTo>
                  <a:cubicBezTo>
                    <a:pt x="6215" y="1263"/>
                    <a:pt x="4941" y="1"/>
                    <a:pt x="339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90"/>
            <p:cNvSpPr/>
            <p:nvPr/>
          </p:nvSpPr>
          <p:spPr>
            <a:xfrm>
              <a:off x="3192650" y="2438225"/>
              <a:ext cx="193225" cy="366750"/>
            </a:xfrm>
            <a:custGeom>
              <a:avLst/>
              <a:gdLst/>
              <a:ahLst/>
              <a:cxnLst/>
              <a:rect l="l" t="t" r="r" b="b"/>
              <a:pathLst>
                <a:path w="7729" h="14670" extrusionOk="0">
                  <a:moveTo>
                    <a:pt x="7728" y="1"/>
                  </a:moveTo>
                  <a:cubicBezTo>
                    <a:pt x="7728" y="1"/>
                    <a:pt x="7728" y="1"/>
                    <a:pt x="7728" y="2"/>
                  </a:cubicBezTo>
                  <a:lnTo>
                    <a:pt x="7728" y="2"/>
                  </a:lnTo>
                  <a:cubicBezTo>
                    <a:pt x="7729" y="1"/>
                    <a:pt x="7729" y="1"/>
                    <a:pt x="7728" y="1"/>
                  </a:cubicBezTo>
                  <a:close/>
                  <a:moveTo>
                    <a:pt x="7728" y="2"/>
                  </a:moveTo>
                  <a:cubicBezTo>
                    <a:pt x="7670" y="26"/>
                    <a:pt x="5061" y="322"/>
                    <a:pt x="5061" y="322"/>
                  </a:cubicBezTo>
                  <a:cubicBezTo>
                    <a:pt x="5061" y="322"/>
                    <a:pt x="3930" y="9692"/>
                    <a:pt x="0" y="13609"/>
                  </a:cubicBezTo>
                  <a:lnTo>
                    <a:pt x="1060" y="14669"/>
                  </a:lnTo>
                  <a:cubicBezTo>
                    <a:pt x="1060" y="14669"/>
                    <a:pt x="7727" y="10978"/>
                    <a:pt x="7728" y="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90"/>
            <p:cNvSpPr/>
            <p:nvPr/>
          </p:nvSpPr>
          <p:spPr>
            <a:xfrm>
              <a:off x="3540600" y="2398350"/>
              <a:ext cx="111950" cy="351550"/>
            </a:xfrm>
            <a:custGeom>
              <a:avLst/>
              <a:gdLst/>
              <a:ahLst/>
              <a:cxnLst/>
              <a:rect l="l" t="t" r="r" b="b"/>
              <a:pathLst>
                <a:path w="4478" h="14062" extrusionOk="0">
                  <a:moveTo>
                    <a:pt x="3251" y="0"/>
                  </a:moveTo>
                  <a:lnTo>
                    <a:pt x="1" y="1012"/>
                  </a:lnTo>
                  <a:lnTo>
                    <a:pt x="4025" y="14061"/>
                  </a:lnTo>
                  <a:cubicBezTo>
                    <a:pt x="4466" y="11275"/>
                    <a:pt x="4478" y="8430"/>
                    <a:pt x="4085" y="5632"/>
                  </a:cubicBezTo>
                  <a:lnTo>
                    <a:pt x="32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90"/>
            <p:cNvSpPr/>
            <p:nvPr/>
          </p:nvSpPr>
          <p:spPr>
            <a:xfrm>
              <a:off x="3349525" y="2130450"/>
              <a:ext cx="198850" cy="153925"/>
            </a:xfrm>
            <a:custGeom>
              <a:avLst/>
              <a:gdLst/>
              <a:ahLst/>
              <a:cxnLst/>
              <a:rect l="l" t="t" r="r" b="b"/>
              <a:pathLst>
                <a:path w="7954" h="6157" extrusionOk="0">
                  <a:moveTo>
                    <a:pt x="3631" y="1"/>
                  </a:moveTo>
                  <a:cubicBezTo>
                    <a:pt x="1584" y="1"/>
                    <a:pt x="0" y="1846"/>
                    <a:pt x="357" y="3846"/>
                  </a:cubicBezTo>
                  <a:cubicBezTo>
                    <a:pt x="369" y="3858"/>
                    <a:pt x="369" y="3894"/>
                    <a:pt x="369" y="3906"/>
                  </a:cubicBezTo>
                  <a:cubicBezTo>
                    <a:pt x="726" y="5906"/>
                    <a:pt x="1084" y="6156"/>
                    <a:pt x="1084" y="6156"/>
                  </a:cubicBezTo>
                  <a:cubicBezTo>
                    <a:pt x="1084" y="3942"/>
                    <a:pt x="2619" y="2894"/>
                    <a:pt x="4084" y="2882"/>
                  </a:cubicBezTo>
                  <a:cubicBezTo>
                    <a:pt x="5560" y="2882"/>
                    <a:pt x="6929" y="3953"/>
                    <a:pt x="7180" y="6144"/>
                  </a:cubicBezTo>
                  <a:cubicBezTo>
                    <a:pt x="7418" y="5418"/>
                    <a:pt x="7584" y="4596"/>
                    <a:pt x="7691" y="3775"/>
                  </a:cubicBezTo>
                  <a:cubicBezTo>
                    <a:pt x="7953" y="1763"/>
                    <a:pt x="6370" y="1"/>
                    <a:pt x="43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621"/>
                                        </p:tgtEl>
                                        <p:attrNameLst>
                                          <p:attrName>style.visibility</p:attrName>
                                        </p:attrNameLst>
                                      </p:cBhvr>
                                      <p:to>
                                        <p:strVal val="visible"/>
                                      </p:to>
                                    </p:set>
                                    <p:anim calcmode="lin" valueType="num">
                                      <p:cBhvr additive="base">
                                        <p:cTn id="7" dur="1000"/>
                                        <p:tgtEl>
                                          <p:spTgt spid="26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4"/>
        <p:cNvGrpSpPr/>
        <p:nvPr/>
      </p:nvGrpSpPr>
      <p:grpSpPr>
        <a:xfrm>
          <a:off x="0" y="0"/>
          <a:ext cx="0" cy="0"/>
          <a:chOff x="0" y="0"/>
          <a:chExt cx="0" cy="0"/>
        </a:xfrm>
      </p:grpSpPr>
      <p:sp>
        <p:nvSpPr>
          <p:cNvPr id="2045" name="Google Shape;2045;p80"/>
          <p:cNvSpPr/>
          <p:nvPr/>
        </p:nvSpPr>
        <p:spPr>
          <a:xfrm>
            <a:off x="4142250" y="2360250"/>
            <a:ext cx="859500" cy="85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80"/>
          <p:cNvSpPr/>
          <p:nvPr/>
        </p:nvSpPr>
        <p:spPr>
          <a:xfrm>
            <a:off x="6611825" y="1266625"/>
            <a:ext cx="859500" cy="85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7" name="Google Shape;2047;p80"/>
          <p:cNvSpPr/>
          <p:nvPr/>
        </p:nvSpPr>
        <p:spPr>
          <a:xfrm>
            <a:off x="1660525" y="1266625"/>
            <a:ext cx="859500" cy="859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80"/>
          <p:cNvSpPr txBox="1">
            <a:spLocks noGrp="1"/>
          </p:cNvSpPr>
          <p:nvPr>
            <p:ph type="title"/>
          </p:nvPr>
        </p:nvSpPr>
        <p:spPr>
          <a:xfrm>
            <a:off x="1167625" y="1983950"/>
            <a:ext cx="1869600" cy="61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Client</a:t>
            </a:r>
            <a:endParaRPr dirty="0"/>
          </a:p>
        </p:txBody>
      </p:sp>
      <p:sp>
        <p:nvSpPr>
          <p:cNvPr id="2049" name="Google Shape;2049;p80"/>
          <p:cNvSpPr txBox="1">
            <a:spLocks noGrp="1"/>
          </p:cNvSpPr>
          <p:nvPr>
            <p:ph type="subTitle" idx="1"/>
          </p:nvPr>
        </p:nvSpPr>
        <p:spPr>
          <a:xfrm>
            <a:off x="1167625" y="2535750"/>
            <a:ext cx="1869600" cy="61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US" dirty="0"/>
              <a:t>U</a:t>
            </a:r>
            <a:r>
              <a:rPr lang="en" dirty="0"/>
              <a:t>tilisateur finale de l’application</a:t>
            </a:r>
          </a:p>
          <a:p>
            <a:pPr marL="0" lvl="0" indent="0" algn="ctr" rtl="0">
              <a:spcBef>
                <a:spcPts val="0"/>
              </a:spcBef>
              <a:spcAft>
                <a:spcPts val="0"/>
              </a:spcAft>
              <a:buClr>
                <a:schemeClr val="dk1"/>
              </a:buClr>
              <a:buSzPts val="1100"/>
              <a:buFont typeface="Arial"/>
              <a:buNone/>
            </a:pPr>
            <a:endParaRPr dirty="0"/>
          </a:p>
        </p:txBody>
      </p:sp>
      <p:sp>
        <p:nvSpPr>
          <p:cNvPr id="2050" name="Google Shape;2050;p80"/>
          <p:cNvSpPr txBox="1">
            <a:spLocks noGrp="1"/>
          </p:cNvSpPr>
          <p:nvPr>
            <p:ph type="title" idx="2"/>
          </p:nvPr>
        </p:nvSpPr>
        <p:spPr>
          <a:xfrm>
            <a:off x="3637201" y="3050750"/>
            <a:ext cx="1869600" cy="61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Manager</a:t>
            </a:r>
            <a:endParaRPr dirty="0"/>
          </a:p>
        </p:txBody>
      </p:sp>
      <p:sp>
        <p:nvSpPr>
          <p:cNvPr id="2051" name="Google Shape;2051;p80"/>
          <p:cNvSpPr txBox="1">
            <a:spLocks noGrp="1"/>
          </p:cNvSpPr>
          <p:nvPr>
            <p:ph type="subTitle" idx="3"/>
          </p:nvPr>
        </p:nvSpPr>
        <p:spPr>
          <a:xfrm>
            <a:off x="3637201" y="3602550"/>
            <a:ext cx="1869600" cy="987300"/>
          </a:xfrm>
          <a:prstGeom prst="rect">
            <a:avLst/>
          </a:prstGeom>
        </p:spPr>
        <p:txBody>
          <a:bodyPr spcFirstLastPara="1" wrap="square" lIns="91425" tIns="91425" rIns="91425" bIns="91425" anchor="t" anchorCtr="0">
            <a:noAutofit/>
          </a:bodyPr>
          <a:lstStyle/>
          <a:p>
            <a:pPr marL="0" lvl="0" indent="0"/>
            <a:r>
              <a:rPr lang="en-US" dirty="0" err="1"/>
              <a:t>Administrateur</a:t>
            </a:r>
            <a:r>
              <a:rPr lang="en-US" dirty="0"/>
              <a:t> du </a:t>
            </a:r>
            <a:r>
              <a:rPr lang="en-US" dirty="0" err="1"/>
              <a:t>système</a:t>
            </a:r>
            <a:endParaRPr dirty="0"/>
          </a:p>
        </p:txBody>
      </p:sp>
      <p:sp>
        <p:nvSpPr>
          <p:cNvPr id="2052" name="Google Shape;2052;p80"/>
          <p:cNvSpPr txBox="1">
            <a:spLocks noGrp="1"/>
          </p:cNvSpPr>
          <p:nvPr>
            <p:ph type="title" idx="4"/>
          </p:nvPr>
        </p:nvSpPr>
        <p:spPr>
          <a:xfrm>
            <a:off x="6106776" y="1983950"/>
            <a:ext cx="1869600" cy="61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Livreur</a:t>
            </a:r>
            <a:endParaRPr dirty="0"/>
          </a:p>
        </p:txBody>
      </p:sp>
      <p:sp>
        <p:nvSpPr>
          <p:cNvPr id="2053" name="Google Shape;2053;p80"/>
          <p:cNvSpPr txBox="1">
            <a:spLocks noGrp="1"/>
          </p:cNvSpPr>
          <p:nvPr>
            <p:ph type="subTitle" idx="5"/>
          </p:nvPr>
        </p:nvSpPr>
        <p:spPr>
          <a:xfrm>
            <a:off x="6106776" y="2535750"/>
            <a:ext cx="1869600" cy="987300"/>
          </a:xfrm>
          <a:prstGeom prst="rect">
            <a:avLst/>
          </a:prstGeom>
        </p:spPr>
        <p:txBody>
          <a:bodyPr spcFirstLastPara="1" wrap="square" lIns="91425" tIns="91425" rIns="91425" bIns="91425" anchor="t" anchorCtr="0">
            <a:noAutofit/>
          </a:bodyPr>
          <a:lstStyle/>
          <a:p>
            <a:pPr marL="0" lvl="0" indent="0"/>
            <a:r>
              <a:rPr lang="fr-FR" dirty="0"/>
              <a:t>Employé qui assure la livraison des commandes.</a:t>
            </a:r>
            <a:endParaRPr dirty="0"/>
          </a:p>
        </p:txBody>
      </p:sp>
      <p:sp>
        <p:nvSpPr>
          <p:cNvPr id="2054" name="Google Shape;2054;p80"/>
          <p:cNvSpPr txBox="1">
            <a:spLocks noGrp="1"/>
          </p:cNvSpPr>
          <p:nvPr>
            <p:ph type="title" idx="6"/>
          </p:nvPr>
        </p:nvSpPr>
        <p:spPr>
          <a:xfrm>
            <a:off x="713225" y="201100"/>
            <a:ext cx="7717500" cy="755700"/>
          </a:xfrm>
          <a:prstGeom prst="rect">
            <a:avLst/>
          </a:prstGeom>
        </p:spPr>
        <p:txBody>
          <a:bodyPr spcFirstLastPara="1" wrap="square" lIns="91425" tIns="91425" rIns="91425" bIns="91425" anchor="b" anchorCtr="0">
            <a:noAutofit/>
          </a:bodyPr>
          <a:lstStyle/>
          <a:p>
            <a:pPr lvl="0"/>
            <a:r>
              <a:rPr lang="en-US" dirty="0"/>
              <a:t>Les pages de </a:t>
            </a:r>
            <a:r>
              <a:rPr lang="en-US" dirty="0" err="1"/>
              <a:t>l’application</a:t>
            </a:r>
            <a:r>
              <a:rPr lang="en-US" dirty="0"/>
              <a:t> </a:t>
            </a:r>
          </a:p>
        </p:txBody>
      </p:sp>
      <p:grpSp>
        <p:nvGrpSpPr>
          <p:cNvPr id="2055" name="Google Shape;2055;p80"/>
          <p:cNvGrpSpPr/>
          <p:nvPr/>
        </p:nvGrpSpPr>
        <p:grpSpPr>
          <a:xfrm>
            <a:off x="1873825" y="1467775"/>
            <a:ext cx="457202" cy="457202"/>
            <a:chOff x="1190625" y="238125"/>
            <a:chExt cx="5219200" cy="5219200"/>
          </a:xfrm>
        </p:grpSpPr>
        <p:sp>
          <p:nvSpPr>
            <p:cNvPr id="2056" name="Google Shape;2056;p80"/>
            <p:cNvSpPr/>
            <p:nvPr/>
          </p:nvSpPr>
          <p:spPr>
            <a:xfrm>
              <a:off x="1190625" y="238125"/>
              <a:ext cx="5219200" cy="5219200"/>
            </a:xfrm>
            <a:custGeom>
              <a:avLst/>
              <a:gdLst/>
              <a:ahLst/>
              <a:cxnLst/>
              <a:rect l="l" t="t" r="r" b="b"/>
              <a:pathLst>
                <a:path w="208768" h="208768" extrusionOk="0">
                  <a:moveTo>
                    <a:pt x="6133" y="0"/>
                  </a:moveTo>
                  <a:cubicBezTo>
                    <a:pt x="2740" y="0"/>
                    <a:pt x="0" y="2740"/>
                    <a:pt x="0" y="6133"/>
                  </a:cubicBezTo>
                  <a:lnTo>
                    <a:pt x="0" y="169623"/>
                  </a:lnTo>
                  <a:cubicBezTo>
                    <a:pt x="0" y="171254"/>
                    <a:pt x="652" y="172787"/>
                    <a:pt x="1794" y="173962"/>
                  </a:cubicBezTo>
                  <a:lnTo>
                    <a:pt x="34805" y="206973"/>
                  </a:lnTo>
                  <a:cubicBezTo>
                    <a:pt x="35980" y="208115"/>
                    <a:pt x="37513" y="208767"/>
                    <a:pt x="39144" y="208767"/>
                  </a:cubicBezTo>
                  <a:lnTo>
                    <a:pt x="72188" y="208767"/>
                  </a:lnTo>
                  <a:cubicBezTo>
                    <a:pt x="72188" y="208767"/>
                    <a:pt x="89411" y="198916"/>
                    <a:pt x="104384" y="198916"/>
                  </a:cubicBezTo>
                  <a:cubicBezTo>
                    <a:pt x="119356" y="198916"/>
                    <a:pt x="136612" y="208767"/>
                    <a:pt x="136612" y="208767"/>
                  </a:cubicBezTo>
                  <a:lnTo>
                    <a:pt x="169623" y="208767"/>
                  </a:lnTo>
                  <a:cubicBezTo>
                    <a:pt x="171254" y="208767"/>
                    <a:pt x="172787" y="208115"/>
                    <a:pt x="173962" y="206973"/>
                  </a:cubicBezTo>
                  <a:lnTo>
                    <a:pt x="206973" y="173962"/>
                  </a:lnTo>
                  <a:cubicBezTo>
                    <a:pt x="208115" y="172787"/>
                    <a:pt x="208767" y="171254"/>
                    <a:pt x="208767" y="169623"/>
                  </a:cubicBezTo>
                  <a:lnTo>
                    <a:pt x="208767" y="6133"/>
                  </a:lnTo>
                  <a:cubicBezTo>
                    <a:pt x="208767" y="2740"/>
                    <a:pt x="206027" y="0"/>
                    <a:pt x="2026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80"/>
            <p:cNvSpPr/>
            <p:nvPr/>
          </p:nvSpPr>
          <p:spPr>
            <a:xfrm>
              <a:off x="2329050" y="901100"/>
              <a:ext cx="2943150" cy="3160075"/>
            </a:xfrm>
            <a:custGeom>
              <a:avLst/>
              <a:gdLst/>
              <a:ahLst/>
              <a:cxnLst/>
              <a:rect l="l" t="t" r="r" b="b"/>
              <a:pathLst>
                <a:path w="117726" h="126403" extrusionOk="0">
                  <a:moveTo>
                    <a:pt x="58847" y="1"/>
                  </a:moveTo>
                  <a:cubicBezTo>
                    <a:pt x="24106" y="1"/>
                    <a:pt x="3197" y="20486"/>
                    <a:pt x="2316" y="21334"/>
                  </a:cubicBezTo>
                  <a:cubicBezTo>
                    <a:pt x="392" y="23292"/>
                    <a:pt x="0" y="26260"/>
                    <a:pt x="1305" y="28641"/>
                  </a:cubicBezTo>
                  <a:lnTo>
                    <a:pt x="53497" y="123239"/>
                  </a:lnTo>
                  <a:cubicBezTo>
                    <a:pt x="54573" y="125163"/>
                    <a:pt x="56628" y="126403"/>
                    <a:pt x="58847" y="126403"/>
                  </a:cubicBezTo>
                  <a:cubicBezTo>
                    <a:pt x="61065" y="126403"/>
                    <a:pt x="63120" y="125163"/>
                    <a:pt x="64196" y="123239"/>
                  </a:cubicBezTo>
                  <a:lnTo>
                    <a:pt x="116388" y="28641"/>
                  </a:lnTo>
                  <a:cubicBezTo>
                    <a:pt x="117725" y="26260"/>
                    <a:pt x="117301" y="23292"/>
                    <a:pt x="115377" y="21334"/>
                  </a:cubicBezTo>
                  <a:cubicBezTo>
                    <a:pt x="114496" y="20486"/>
                    <a:pt x="93587" y="1"/>
                    <a:pt x="588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80"/>
            <p:cNvSpPr/>
            <p:nvPr/>
          </p:nvSpPr>
          <p:spPr>
            <a:xfrm>
              <a:off x="3800200" y="238125"/>
              <a:ext cx="2609625" cy="5219200"/>
            </a:xfrm>
            <a:custGeom>
              <a:avLst/>
              <a:gdLst/>
              <a:ahLst/>
              <a:cxnLst/>
              <a:rect l="l" t="t" r="r" b="b"/>
              <a:pathLst>
                <a:path w="104385" h="208768" extrusionOk="0">
                  <a:moveTo>
                    <a:pt x="1" y="0"/>
                  </a:moveTo>
                  <a:lnTo>
                    <a:pt x="1" y="198916"/>
                  </a:lnTo>
                  <a:cubicBezTo>
                    <a:pt x="14973" y="198916"/>
                    <a:pt x="32229" y="208767"/>
                    <a:pt x="32229" y="208767"/>
                  </a:cubicBezTo>
                  <a:lnTo>
                    <a:pt x="65240" y="208767"/>
                  </a:lnTo>
                  <a:cubicBezTo>
                    <a:pt x="66871" y="208767"/>
                    <a:pt x="68404" y="208115"/>
                    <a:pt x="69579" y="206973"/>
                  </a:cubicBezTo>
                  <a:lnTo>
                    <a:pt x="102590" y="173962"/>
                  </a:lnTo>
                  <a:cubicBezTo>
                    <a:pt x="103732" y="172787"/>
                    <a:pt x="104384" y="171254"/>
                    <a:pt x="104384" y="169623"/>
                  </a:cubicBezTo>
                  <a:lnTo>
                    <a:pt x="104384" y="6133"/>
                  </a:lnTo>
                  <a:cubicBezTo>
                    <a:pt x="104384" y="2740"/>
                    <a:pt x="101644" y="0"/>
                    <a:pt x="982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9" name="Google Shape;2059;p80"/>
            <p:cNvSpPr/>
            <p:nvPr/>
          </p:nvSpPr>
          <p:spPr>
            <a:xfrm>
              <a:off x="3800200" y="901100"/>
              <a:ext cx="1472000" cy="3160075"/>
            </a:xfrm>
            <a:custGeom>
              <a:avLst/>
              <a:gdLst/>
              <a:ahLst/>
              <a:cxnLst/>
              <a:rect l="l" t="t" r="r" b="b"/>
              <a:pathLst>
                <a:path w="58880" h="126403" extrusionOk="0">
                  <a:moveTo>
                    <a:pt x="1" y="1"/>
                  </a:moveTo>
                  <a:lnTo>
                    <a:pt x="1" y="126403"/>
                  </a:lnTo>
                  <a:cubicBezTo>
                    <a:pt x="2219" y="126403"/>
                    <a:pt x="4274" y="125163"/>
                    <a:pt x="5350" y="123239"/>
                  </a:cubicBezTo>
                  <a:lnTo>
                    <a:pt x="57542" y="28641"/>
                  </a:lnTo>
                  <a:cubicBezTo>
                    <a:pt x="58879" y="26260"/>
                    <a:pt x="58455" y="23292"/>
                    <a:pt x="56531" y="21334"/>
                  </a:cubicBezTo>
                  <a:cubicBezTo>
                    <a:pt x="55650" y="20486"/>
                    <a:pt x="34741" y="1"/>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80"/>
            <p:cNvSpPr/>
            <p:nvPr/>
          </p:nvSpPr>
          <p:spPr>
            <a:xfrm>
              <a:off x="2995300" y="4489300"/>
              <a:ext cx="1610625" cy="968025"/>
            </a:xfrm>
            <a:custGeom>
              <a:avLst/>
              <a:gdLst/>
              <a:ahLst/>
              <a:cxnLst/>
              <a:rect l="l" t="t" r="r" b="b"/>
              <a:pathLst>
                <a:path w="64425" h="38721" extrusionOk="0">
                  <a:moveTo>
                    <a:pt x="32197" y="0"/>
                  </a:moveTo>
                  <a:cubicBezTo>
                    <a:pt x="23585" y="0"/>
                    <a:pt x="15495" y="3425"/>
                    <a:pt x="9363" y="9656"/>
                  </a:cubicBezTo>
                  <a:cubicBezTo>
                    <a:pt x="3393" y="15756"/>
                    <a:pt x="66" y="23780"/>
                    <a:pt x="1" y="32261"/>
                  </a:cubicBezTo>
                  <a:lnTo>
                    <a:pt x="1" y="38720"/>
                  </a:lnTo>
                  <a:lnTo>
                    <a:pt x="64425" y="38720"/>
                  </a:lnTo>
                  <a:cubicBezTo>
                    <a:pt x="64425" y="35752"/>
                    <a:pt x="64425" y="32229"/>
                    <a:pt x="64392" y="32131"/>
                  </a:cubicBezTo>
                  <a:cubicBezTo>
                    <a:pt x="64295" y="23715"/>
                    <a:pt x="60967" y="15756"/>
                    <a:pt x="55030" y="9656"/>
                  </a:cubicBezTo>
                  <a:cubicBezTo>
                    <a:pt x="48898" y="3425"/>
                    <a:pt x="40808" y="0"/>
                    <a:pt x="321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80"/>
            <p:cNvSpPr/>
            <p:nvPr/>
          </p:nvSpPr>
          <p:spPr>
            <a:xfrm>
              <a:off x="3800200" y="4489300"/>
              <a:ext cx="805725" cy="968025"/>
            </a:xfrm>
            <a:custGeom>
              <a:avLst/>
              <a:gdLst/>
              <a:ahLst/>
              <a:cxnLst/>
              <a:rect l="l" t="t" r="r" b="b"/>
              <a:pathLst>
                <a:path w="32229" h="38721" extrusionOk="0">
                  <a:moveTo>
                    <a:pt x="1" y="0"/>
                  </a:moveTo>
                  <a:lnTo>
                    <a:pt x="1" y="38720"/>
                  </a:lnTo>
                  <a:lnTo>
                    <a:pt x="32229" y="38720"/>
                  </a:lnTo>
                  <a:cubicBezTo>
                    <a:pt x="32229" y="35752"/>
                    <a:pt x="32229" y="32229"/>
                    <a:pt x="32196" y="32131"/>
                  </a:cubicBezTo>
                  <a:cubicBezTo>
                    <a:pt x="32099" y="23715"/>
                    <a:pt x="28771" y="15756"/>
                    <a:pt x="22834" y="9656"/>
                  </a:cubicBezTo>
                  <a:cubicBezTo>
                    <a:pt x="16702" y="3425"/>
                    <a:pt x="8612"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80"/>
            <p:cNvSpPr/>
            <p:nvPr/>
          </p:nvSpPr>
          <p:spPr>
            <a:xfrm>
              <a:off x="3213850" y="1626300"/>
              <a:ext cx="434700" cy="477700"/>
            </a:xfrm>
            <a:custGeom>
              <a:avLst/>
              <a:gdLst/>
              <a:ahLst/>
              <a:cxnLst/>
              <a:rect l="l" t="t" r="r" b="b"/>
              <a:pathLst>
                <a:path w="17388" h="19108" extrusionOk="0">
                  <a:moveTo>
                    <a:pt x="6979" y="1"/>
                  </a:moveTo>
                  <a:cubicBezTo>
                    <a:pt x="6059" y="1"/>
                    <a:pt x="5124" y="208"/>
                    <a:pt x="4241" y="644"/>
                  </a:cubicBezTo>
                  <a:cubicBezTo>
                    <a:pt x="1208" y="2145"/>
                    <a:pt x="1" y="5831"/>
                    <a:pt x="1501" y="8865"/>
                  </a:cubicBezTo>
                  <a:lnTo>
                    <a:pt x="4926" y="15715"/>
                  </a:lnTo>
                  <a:cubicBezTo>
                    <a:pt x="6003" y="17868"/>
                    <a:pt x="8156" y="19107"/>
                    <a:pt x="10407" y="19107"/>
                  </a:cubicBezTo>
                  <a:cubicBezTo>
                    <a:pt x="11320" y="19107"/>
                    <a:pt x="12266" y="18879"/>
                    <a:pt x="13147" y="18455"/>
                  </a:cubicBezTo>
                  <a:cubicBezTo>
                    <a:pt x="16148" y="16922"/>
                    <a:pt x="17387" y="13268"/>
                    <a:pt x="15887" y="10235"/>
                  </a:cubicBezTo>
                  <a:lnTo>
                    <a:pt x="12462" y="3384"/>
                  </a:lnTo>
                  <a:cubicBezTo>
                    <a:pt x="11374" y="1233"/>
                    <a:pt x="9221" y="1"/>
                    <a:pt x="69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80"/>
            <p:cNvSpPr/>
            <p:nvPr/>
          </p:nvSpPr>
          <p:spPr>
            <a:xfrm>
              <a:off x="3076850" y="2450550"/>
              <a:ext cx="305850" cy="305850"/>
            </a:xfrm>
            <a:custGeom>
              <a:avLst/>
              <a:gdLst/>
              <a:ahLst/>
              <a:cxnLst/>
              <a:rect l="l" t="t" r="r" b="b"/>
              <a:pathLst>
                <a:path w="12234" h="12234" extrusionOk="0">
                  <a:moveTo>
                    <a:pt x="6101" y="1"/>
                  </a:moveTo>
                  <a:cubicBezTo>
                    <a:pt x="2708" y="1"/>
                    <a:pt x="1" y="2708"/>
                    <a:pt x="1" y="6101"/>
                  </a:cubicBezTo>
                  <a:cubicBezTo>
                    <a:pt x="1" y="9493"/>
                    <a:pt x="2708" y="12233"/>
                    <a:pt x="6101" y="12233"/>
                  </a:cubicBezTo>
                  <a:cubicBezTo>
                    <a:pt x="9493" y="12233"/>
                    <a:pt x="12233" y="9493"/>
                    <a:pt x="12233" y="6101"/>
                  </a:cubicBezTo>
                  <a:cubicBezTo>
                    <a:pt x="12233" y="2708"/>
                    <a:pt x="9493" y="1"/>
                    <a:pt x="61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80"/>
            <p:cNvSpPr/>
            <p:nvPr/>
          </p:nvSpPr>
          <p:spPr>
            <a:xfrm>
              <a:off x="4137000" y="1798150"/>
              <a:ext cx="305850" cy="305850"/>
            </a:xfrm>
            <a:custGeom>
              <a:avLst/>
              <a:gdLst/>
              <a:ahLst/>
              <a:cxnLst/>
              <a:rect l="l" t="t" r="r" b="b"/>
              <a:pathLst>
                <a:path w="12234" h="12234" extrusionOk="0">
                  <a:moveTo>
                    <a:pt x="6100" y="1"/>
                  </a:moveTo>
                  <a:cubicBezTo>
                    <a:pt x="2708" y="1"/>
                    <a:pt x="1" y="2708"/>
                    <a:pt x="1" y="6101"/>
                  </a:cubicBezTo>
                  <a:cubicBezTo>
                    <a:pt x="1" y="9493"/>
                    <a:pt x="2708" y="12233"/>
                    <a:pt x="6100" y="12233"/>
                  </a:cubicBezTo>
                  <a:cubicBezTo>
                    <a:pt x="9493" y="12233"/>
                    <a:pt x="12233" y="9493"/>
                    <a:pt x="12233" y="6101"/>
                  </a:cubicBezTo>
                  <a:cubicBezTo>
                    <a:pt x="12233" y="2708"/>
                    <a:pt x="9493" y="1"/>
                    <a:pt x="610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80"/>
            <p:cNvSpPr/>
            <p:nvPr/>
          </p:nvSpPr>
          <p:spPr>
            <a:xfrm>
              <a:off x="3729250" y="2450550"/>
              <a:ext cx="387400" cy="305850"/>
            </a:xfrm>
            <a:custGeom>
              <a:avLst/>
              <a:gdLst/>
              <a:ahLst/>
              <a:cxnLst/>
              <a:rect l="l" t="t" r="r" b="b"/>
              <a:pathLst>
                <a:path w="15496" h="12234" extrusionOk="0">
                  <a:moveTo>
                    <a:pt x="6101" y="1"/>
                  </a:moveTo>
                  <a:cubicBezTo>
                    <a:pt x="2708" y="1"/>
                    <a:pt x="1" y="2708"/>
                    <a:pt x="1" y="6101"/>
                  </a:cubicBezTo>
                  <a:cubicBezTo>
                    <a:pt x="1" y="9493"/>
                    <a:pt x="2708" y="12233"/>
                    <a:pt x="6101" y="12233"/>
                  </a:cubicBezTo>
                  <a:lnTo>
                    <a:pt x="9363" y="12233"/>
                  </a:lnTo>
                  <a:cubicBezTo>
                    <a:pt x="12755" y="12233"/>
                    <a:pt x="15495" y="9493"/>
                    <a:pt x="15495" y="6101"/>
                  </a:cubicBezTo>
                  <a:cubicBezTo>
                    <a:pt x="15495" y="2708"/>
                    <a:pt x="12755" y="1"/>
                    <a:pt x="93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80"/>
            <p:cNvSpPr/>
            <p:nvPr/>
          </p:nvSpPr>
          <p:spPr>
            <a:xfrm>
              <a:off x="3892350" y="3021400"/>
              <a:ext cx="305850" cy="305850"/>
            </a:xfrm>
            <a:custGeom>
              <a:avLst/>
              <a:gdLst/>
              <a:ahLst/>
              <a:cxnLst/>
              <a:rect l="l" t="t" r="r" b="b"/>
              <a:pathLst>
                <a:path w="12234" h="12234" extrusionOk="0">
                  <a:moveTo>
                    <a:pt x="6101" y="1"/>
                  </a:moveTo>
                  <a:cubicBezTo>
                    <a:pt x="2708" y="1"/>
                    <a:pt x="1" y="2708"/>
                    <a:pt x="1" y="6101"/>
                  </a:cubicBezTo>
                  <a:cubicBezTo>
                    <a:pt x="1" y="9493"/>
                    <a:pt x="2708" y="12233"/>
                    <a:pt x="6101" y="12233"/>
                  </a:cubicBezTo>
                  <a:cubicBezTo>
                    <a:pt x="9493" y="12233"/>
                    <a:pt x="12233" y="9493"/>
                    <a:pt x="12233" y="6101"/>
                  </a:cubicBezTo>
                  <a:cubicBezTo>
                    <a:pt x="12233" y="2708"/>
                    <a:pt x="9493" y="1"/>
                    <a:pt x="61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80"/>
            <p:cNvSpPr/>
            <p:nvPr/>
          </p:nvSpPr>
          <p:spPr>
            <a:xfrm>
              <a:off x="2329050" y="901100"/>
              <a:ext cx="2943150" cy="1454075"/>
            </a:xfrm>
            <a:custGeom>
              <a:avLst/>
              <a:gdLst/>
              <a:ahLst/>
              <a:cxnLst/>
              <a:rect l="l" t="t" r="r" b="b"/>
              <a:pathLst>
                <a:path w="117726" h="58163" extrusionOk="0">
                  <a:moveTo>
                    <a:pt x="58847" y="1"/>
                  </a:moveTo>
                  <a:cubicBezTo>
                    <a:pt x="24106" y="1"/>
                    <a:pt x="3197" y="20486"/>
                    <a:pt x="2316" y="21334"/>
                  </a:cubicBezTo>
                  <a:cubicBezTo>
                    <a:pt x="392" y="23259"/>
                    <a:pt x="0" y="26227"/>
                    <a:pt x="1305" y="28641"/>
                  </a:cubicBezTo>
                  <a:lnTo>
                    <a:pt x="14027" y="51736"/>
                  </a:lnTo>
                  <a:cubicBezTo>
                    <a:pt x="14059" y="51736"/>
                    <a:pt x="14059" y="51736"/>
                    <a:pt x="14059" y="51769"/>
                  </a:cubicBezTo>
                  <a:lnTo>
                    <a:pt x="17582" y="58162"/>
                  </a:lnTo>
                  <a:lnTo>
                    <a:pt x="23291" y="53498"/>
                  </a:lnTo>
                  <a:cubicBezTo>
                    <a:pt x="23324" y="53465"/>
                    <a:pt x="34675" y="44364"/>
                    <a:pt x="43646" y="41232"/>
                  </a:cubicBezTo>
                  <a:cubicBezTo>
                    <a:pt x="49861" y="39046"/>
                    <a:pt x="54851" y="38325"/>
                    <a:pt x="58385" y="38325"/>
                  </a:cubicBezTo>
                  <a:cubicBezTo>
                    <a:pt x="58542" y="38325"/>
                    <a:pt x="58696" y="38327"/>
                    <a:pt x="58847" y="38329"/>
                  </a:cubicBezTo>
                  <a:cubicBezTo>
                    <a:pt x="74113" y="38492"/>
                    <a:pt x="86639" y="46876"/>
                    <a:pt x="94467" y="53367"/>
                  </a:cubicBezTo>
                  <a:cubicBezTo>
                    <a:pt x="94467" y="53367"/>
                    <a:pt x="94500" y="53400"/>
                    <a:pt x="94500" y="53400"/>
                  </a:cubicBezTo>
                  <a:lnTo>
                    <a:pt x="100143" y="58097"/>
                  </a:lnTo>
                  <a:lnTo>
                    <a:pt x="106145" y="47169"/>
                  </a:lnTo>
                  <a:lnTo>
                    <a:pt x="116388" y="28641"/>
                  </a:lnTo>
                  <a:cubicBezTo>
                    <a:pt x="117725" y="26227"/>
                    <a:pt x="117301" y="23259"/>
                    <a:pt x="115377" y="21334"/>
                  </a:cubicBezTo>
                  <a:cubicBezTo>
                    <a:pt x="114496" y="20486"/>
                    <a:pt x="93587" y="1"/>
                    <a:pt x="588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80"/>
            <p:cNvSpPr/>
            <p:nvPr/>
          </p:nvSpPr>
          <p:spPr>
            <a:xfrm>
              <a:off x="3800200" y="901100"/>
              <a:ext cx="1472000" cy="1451625"/>
            </a:xfrm>
            <a:custGeom>
              <a:avLst/>
              <a:gdLst/>
              <a:ahLst/>
              <a:cxnLst/>
              <a:rect l="l" t="t" r="r" b="b"/>
              <a:pathLst>
                <a:path w="58880" h="58065" extrusionOk="0">
                  <a:moveTo>
                    <a:pt x="1" y="1"/>
                  </a:moveTo>
                  <a:lnTo>
                    <a:pt x="1" y="38329"/>
                  </a:lnTo>
                  <a:cubicBezTo>
                    <a:pt x="11515" y="38329"/>
                    <a:pt x="23519" y="43385"/>
                    <a:pt x="35621" y="53367"/>
                  </a:cubicBezTo>
                  <a:cubicBezTo>
                    <a:pt x="35621" y="53400"/>
                    <a:pt x="35654" y="53400"/>
                    <a:pt x="35654" y="53400"/>
                  </a:cubicBezTo>
                  <a:lnTo>
                    <a:pt x="41297" y="58064"/>
                  </a:lnTo>
                  <a:lnTo>
                    <a:pt x="47299" y="47169"/>
                  </a:lnTo>
                  <a:lnTo>
                    <a:pt x="57542" y="28641"/>
                  </a:lnTo>
                  <a:cubicBezTo>
                    <a:pt x="58879" y="26227"/>
                    <a:pt x="58455" y="23259"/>
                    <a:pt x="56531" y="21334"/>
                  </a:cubicBezTo>
                  <a:cubicBezTo>
                    <a:pt x="55650" y="20486"/>
                    <a:pt x="34741" y="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1" name="Google Shape;2081;p80"/>
          <p:cNvGrpSpPr/>
          <p:nvPr/>
        </p:nvGrpSpPr>
        <p:grpSpPr>
          <a:xfrm>
            <a:off x="4408587" y="2561400"/>
            <a:ext cx="326829" cy="457202"/>
            <a:chOff x="1935150" y="238125"/>
            <a:chExt cx="3730925" cy="5219200"/>
          </a:xfrm>
        </p:grpSpPr>
        <p:sp>
          <p:nvSpPr>
            <p:cNvPr id="2082" name="Google Shape;2082;p80"/>
            <p:cNvSpPr/>
            <p:nvPr/>
          </p:nvSpPr>
          <p:spPr>
            <a:xfrm>
              <a:off x="1935150" y="2532100"/>
              <a:ext cx="3730925" cy="2925225"/>
            </a:xfrm>
            <a:custGeom>
              <a:avLst/>
              <a:gdLst/>
              <a:ahLst/>
              <a:cxnLst/>
              <a:rect l="l" t="t" r="r" b="b"/>
              <a:pathLst>
                <a:path w="149237" h="117009" extrusionOk="0">
                  <a:moveTo>
                    <a:pt x="58293" y="1"/>
                  </a:moveTo>
                  <a:cubicBezTo>
                    <a:pt x="26129" y="1"/>
                    <a:pt x="1" y="26129"/>
                    <a:pt x="1" y="58292"/>
                  </a:cubicBezTo>
                  <a:lnTo>
                    <a:pt x="1" y="110908"/>
                  </a:lnTo>
                  <a:cubicBezTo>
                    <a:pt x="1" y="114268"/>
                    <a:pt x="2741" y="117008"/>
                    <a:pt x="6101" y="117008"/>
                  </a:cubicBezTo>
                  <a:lnTo>
                    <a:pt x="26097" y="117008"/>
                  </a:lnTo>
                  <a:cubicBezTo>
                    <a:pt x="26097" y="117008"/>
                    <a:pt x="57966" y="103960"/>
                    <a:pt x="74603" y="103960"/>
                  </a:cubicBezTo>
                  <a:lnTo>
                    <a:pt x="74635" y="103960"/>
                  </a:lnTo>
                  <a:cubicBezTo>
                    <a:pt x="91239" y="103960"/>
                    <a:pt x="123141" y="117008"/>
                    <a:pt x="123141" y="117008"/>
                  </a:cubicBezTo>
                  <a:lnTo>
                    <a:pt x="143104" y="117008"/>
                  </a:lnTo>
                  <a:cubicBezTo>
                    <a:pt x="146497" y="117008"/>
                    <a:pt x="149237" y="114268"/>
                    <a:pt x="149237" y="110908"/>
                  </a:cubicBezTo>
                  <a:lnTo>
                    <a:pt x="149237" y="58292"/>
                  </a:lnTo>
                  <a:cubicBezTo>
                    <a:pt x="149237" y="26129"/>
                    <a:pt x="123076" y="1"/>
                    <a:pt x="9091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80"/>
            <p:cNvSpPr/>
            <p:nvPr/>
          </p:nvSpPr>
          <p:spPr>
            <a:xfrm>
              <a:off x="3800200" y="2532100"/>
              <a:ext cx="1865875" cy="2925225"/>
            </a:xfrm>
            <a:custGeom>
              <a:avLst/>
              <a:gdLst/>
              <a:ahLst/>
              <a:cxnLst/>
              <a:rect l="l" t="t" r="r" b="b"/>
              <a:pathLst>
                <a:path w="74635" h="117009" extrusionOk="0">
                  <a:moveTo>
                    <a:pt x="1" y="1"/>
                  </a:moveTo>
                  <a:lnTo>
                    <a:pt x="1" y="103960"/>
                  </a:lnTo>
                  <a:lnTo>
                    <a:pt x="33" y="103960"/>
                  </a:lnTo>
                  <a:cubicBezTo>
                    <a:pt x="16637" y="103960"/>
                    <a:pt x="48539" y="117008"/>
                    <a:pt x="48539" y="117008"/>
                  </a:cubicBezTo>
                  <a:lnTo>
                    <a:pt x="68502" y="117008"/>
                  </a:lnTo>
                  <a:cubicBezTo>
                    <a:pt x="71895" y="117008"/>
                    <a:pt x="74635" y="114268"/>
                    <a:pt x="74635" y="110908"/>
                  </a:cubicBezTo>
                  <a:lnTo>
                    <a:pt x="74635" y="58292"/>
                  </a:lnTo>
                  <a:cubicBezTo>
                    <a:pt x="74635" y="26129"/>
                    <a:pt x="48474" y="1"/>
                    <a:pt x="163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80"/>
            <p:cNvSpPr/>
            <p:nvPr/>
          </p:nvSpPr>
          <p:spPr>
            <a:xfrm>
              <a:off x="2587550" y="4407750"/>
              <a:ext cx="2426125" cy="1049575"/>
            </a:xfrm>
            <a:custGeom>
              <a:avLst/>
              <a:gdLst/>
              <a:ahLst/>
              <a:cxnLst/>
              <a:rect l="l" t="t" r="r" b="b"/>
              <a:pathLst>
                <a:path w="97045" h="41983" extrusionOk="0">
                  <a:moveTo>
                    <a:pt x="6101" y="0"/>
                  </a:moveTo>
                  <a:cubicBezTo>
                    <a:pt x="2741" y="0"/>
                    <a:pt x="1" y="2740"/>
                    <a:pt x="1" y="6100"/>
                  </a:cubicBezTo>
                  <a:lnTo>
                    <a:pt x="1" y="41982"/>
                  </a:lnTo>
                  <a:lnTo>
                    <a:pt x="97045" y="41982"/>
                  </a:lnTo>
                  <a:lnTo>
                    <a:pt x="97045" y="6100"/>
                  </a:lnTo>
                  <a:cubicBezTo>
                    <a:pt x="97045" y="2740"/>
                    <a:pt x="94305" y="0"/>
                    <a:pt x="909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80"/>
            <p:cNvSpPr/>
            <p:nvPr/>
          </p:nvSpPr>
          <p:spPr>
            <a:xfrm>
              <a:off x="3801025" y="4407750"/>
              <a:ext cx="1212650" cy="1049575"/>
            </a:xfrm>
            <a:custGeom>
              <a:avLst/>
              <a:gdLst/>
              <a:ahLst/>
              <a:cxnLst/>
              <a:rect l="l" t="t" r="r" b="b"/>
              <a:pathLst>
                <a:path w="48506" h="41983" extrusionOk="0">
                  <a:moveTo>
                    <a:pt x="0" y="0"/>
                  </a:moveTo>
                  <a:lnTo>
                    <a:pt x="0" y="41982"/>
                  </a:lnTo>
                  <a:lnTo>
                    <a:pt x="48506" y="41982"/>
                  </a:lnTo>
                  <a:lnTo>
                    <a:pt x="48506" y="6100"/>
                  </a:lnTo>
                  <a:cubicBezTo>
                    <a:pt x="48506" y="2740"/>
                    <a:pt x="45766" y="0"/>
                    <a:pt x="4237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80"/>
            <p:cNvSpPr/>
            <p:nvPr/>
          </p:nvSpPr>
          <p:spPr>
            <a:xfrm>
              <a:off x="3647700" y="4407750"/>
              <a:ext cx="305850" cy="152525"/>
            </a:xfrm>
            <a:custGeom>
              <a:avLst/>
              <a:gdLst/>
              <a:ahLst/>
              <a:cxnLst/>
              <a:rect l="l" t="t" r="r" b="b"/>
              <a:pathLst>
                <a:path w="12234" h="6101" extrusionOk="0">
                  <a:moveTo>
                    <a:pt x="1" y="0"/>
                  </a:moveTo>
                  <a:cubicBezTo>
                    <a:pt x="1" y="3360"/>
                    <a:pt x="2741" y="6100"/>
                    <a:pt x="6101" y="6100"/>
                  </a:cubicBezTo>
                  <a:cubicBezTo>
                    <a:pt x="9460" y="6100"/>
                    <a:pt x="12233" y="3360"/>
                    <a:pt x="122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80"/>
            <p:cNvSpPr/>
            <p:nvPr/>
          </p:nvSpPr>
          <p:spPr>
            <a:xfrm>
              <a:off x="3800200" y="4407750"/>
              <a:ext cx="153350" cy="152525"/>
            </a:xfrm>
            <a:custGeom>
              <a:avLst/>
              <a:gdLst/>
              <a:ahLst/>
              <a:cxnLst/>
              <a:rect l="l" t="t" r="r" b="b"/>
              <a:pathLst>
                <a:path w="6134" h="6101" extrusionOk="0">
                  <a:moveTo>
                    <a:pt x="1" y="0"/>
                  </a:moveTo>
                  <a:lnTo>
                    <a:pt x="1" y="6100"/>
                  </a:lnTo>
                  <a:cubicBezTo>
                    <a:pt x="3360" y="6100"/>
                    <a:pt x="6133" y="3360"/>
                    <a:pt x="613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80"/>
            <p:cNvSpPr/>
            <p:nvPr/>
          </p:nvSpPr>
          <p:spPr>
            <a:xfrm>
              <a:off x="2506000" y="238125"/>
              <a:ext cx="2589225" cy="2599825"/>
            </a:xfrm>
            <a:custGeom>
              <a:avLst/>
              <a:gdLst/>
              <a:ahLst/>
              <a:cxnLst/>
              <a:rect l="l" t="t" r="r" b="b"/>
              <a:pathLst>
                <a:path w="103569" h="103993" extrusionOk="0">
                  <a:moveTo>
                    <a:pt x="51769" y="0"/>
                  </a:moveTo>
                  <a:cubicBezTo>
                    <a:pt x="23226" y="0"/>
                    <a:pt x="1" y="23421"/>
                    <a:pt x="1" y="52192"/>
                  </a:cubicBezTo>
                  <a:cubicBezTo>
                    <a:pt x="1" y="80734"/>
                    <a:pt x="23226" y="103992"/>
                    <a:pt x="51769" y="103992"/>
                  </a:cubicBezTo>
                  <a:cubicBezTo>
                    <a:pt x="80311" y="103992"/>
                    <a:pt x="103569" y="80734"/>
                    <a:pt x="103569" y="52192"/>
                  </a:cubicBezTo>
                  <a:cubicBezTo>
                    <a:pt x="103569" y="23421"/>
                    <a:pt x="80311" y="0"/>
                    <a:pt x="517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80"/>
            <p:cNvSpPr/>
            <p:nvPr/>
          </p:nvSpPr>
          <p:spPr>
            <a:xfrm>
              <a:off x="3800200" y="238125"/>
              <a:ext cx="1295025" cy="2599825"/>
            </a:xfrm>
            <a:custGeom>
              <a:avLst/>
              <a:gdLst/>
              <a:ahLst/>
              <a:cxnLst/>
              <a:rect l="l" t="t" r="r" b="b"/>
              <a:pathLst>
                <a:path w="51801" h="103993" extrusionOk="0">
                  <a:moveTo>
                    <a:pt x="1" y="0"/>
                  </a:moveTo>
                  <a:lnTo>
                    <a:pt x="1" y="103992"/>
                  </a:lnTo>
                  <a:cubicBezTo>
                    <a:pt x="28543" y="103992"/>
                    <a:pt x="51801" y="80734"/>
                    <a:pt x="51801" y="52192"/>
                  </a:cubicBezTo>
                  <a:cubicBezTo>
                    <a:pt x="51801" y="23421"/>
                    <a:pt x="28543" y="0"/>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80"/>
            <p:cNvSpPr/>
            <p:nvPr/>
          </p:nvSpPr>
          <p:spPr>
            <a:xfrm>
              <a:off x="2535375" y="238125"/>
              <a:ext cx="2529675" cy="1160475"/>
            </a:xfrm>
            <a:custGeom>
              <a:avLst/>
              <a:gdLst/>
              <a:ahLst/>
              <a:cxnLst/>
              <a:rect l="l" t="t" r="r" b="b"/>
              <a:pathLst>
                <a:path w="101187" h="46419" extrusionOk="0">
                  <a:moveTo>
                    <a:pt x="50594" y="0"/>
                  </a:moveTo>
                  <a:cubicBezTo>
                    <a:pt x="27238" y="0"/>
                    <a:pt x="6655" y="15918"/>
                    <a:pt x="587" y="38720"/>
                  </a:cubicBezTo>
                  <a:cubicBezTo>
                    <a:pt x="0" y="40873"/>
                    <a:pt x="653" y="43189"/>
                    <a:pt x="2251" y="44722"/>
                  </a:cubicBezTo>
                  <a:cubicBezTo>
                    <a:pt x="3417" y="45818"/>
                    <a:pt x="4934" y="46414"/>
                    <a:pt x="6491" y="46414"/>
                  </a:cubicBezTo>
                  <a:cubicBezTo>
                    <a:pt x="7111" y="46414"/>
                    <a:pt x="7738" y="46320"/>
                    <a:pt x="8351" y="46124"/>
                  </a:cubicBezTo>
                  <a:cubicBezTo>
                    <a:pt x="18920" y="42765"/>
                    <a:pt x="34838" y="38752"/>
                    <a:pt x="50594" y="38752"/>
                  </a:cubicBezTo>
                  <a:cubicBezTo>
                    <a:pt x="66349" y="38752"/>
                    <a:pt x="82267" y="42765"/>
                    <a:pt x="92836" y="46124"/>
                  </a:cubicBezTo>
                  <a:cubicBezTo>
                    <a:pt x="93456" y="46320"/>
                    <a:pt x="94076" y="46418"/>
                    <a:pt x="94696" y="46418"/>
                  </a:cubicBezTo>
                  <a:cubicBezTo>
                    <a:pt x="96261" y="46418"/>
                    <a:pt x="97762" y="45831"/>
                    <a:pt x="98936" y="44722"/>
                  </a:cubicBezTo>
                  <a:cubicBezTo>
                    <a:pt x="100535" y="43189"/>
                    <a:pt x="101187" y="40873"/>
                    <a:pt x="100600" y="38720"/>
                  </a:cubicBezTo>
                  <a:cubicBezTo>
                    <a:pt x="94533" y="15918"/>
                    <a:pt x="73949" y="0"/>
                    <a:pt x="505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80"/>
            <p:cNvSpPr/>
            <p:nvPr/>
          </p:nvSpPr>
          <p:spPr>
            <a:xfrm>
              <a:off x="3800200" y="238125"/>
              <a:ext cx="1264850" cy="1160475"/>
            </a:xfrm>
            <a:custGeom>
              <a:avLst/>
              <a:gdLst/>
              <a:ahLst/>
              <a:cxnLst/>
              <a:rect l="l" t="t" r="r" b="b"/>
              <a:pathLst>
                <a:path w="50594" h="46419" extrusionOk="0">
                  <a:moveTo>
                    <a:pt x="1" y="0"/>
                  </a:moveTo>
                  <a:lnTo>
                    <a:pt x="1" y="38752"/>
                  </a:lnTo>
                  <a:cubicBezTo>
                    <a:pt x="15756" y="38752"/>
                    <a:pt x="31674" y="42765"/>
                    <a:pt x="42243" y="46124"/>
                  </a:cubicBezTo>
                  <a:cubicBezTo>
                    <a:pt x="42863" y="46320"/>
                    <a:pt x="43483" y="46418"/>
                    <a:pt x="44103" y="46418"/>
                  </a:cubicBezTo>
                  <a:cubicBezTo>
                    <a:pt x="45668" y="46418"/>
                    <a:pt x="47169" y="45831"/>
                    <a:pt x="48343" y="44722"/>
                  </a:cubicBezTo>
                  <a:cubicBezTo>
                    <a:pt x="49942" y="43189"/>
                    <a:pt x="50594" y="40873"/>
                    <a:pt x="50007" y="38720"/>
                  </a:cubicBezTo>
                  <a:cubicBezTo>
                    <a:pt x="43940" y="15918"/>
                    <a:pt x="23356" y="0"/>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80"/>
            <p:cNvSpPr/>
            <p:nvPr/>
          </p:nvSpPr>
          <p:spPr>
            <a:xfrm>
              <a:off x="2158600" y="901100"/>
              <a:ext cx="3283225" cy="632050"/>
            </a:xfrm>
            <a:custGeom>
              <a:avLst/>
              <a:gdLst/>
              <a:ahLst/>
              <a:cxnLst/>
              <a:rect l="l" t="t" r="r" b="b"/>
              <a:pathLst>
                <a:path w="131329" h="25282" extrusionOk="0">
                  <a:moveTo>
                    <a:pt x="65665" y="1"/>
                  </a:moveTo>
                  <a:cubicBezTo>
                    <a:pt x="35361" y="1"/>
                    <a:pt x="5709" y="13016"/>
                    <a:pt x="4470" y="13571"/>
                  </a:cubicBezTo>
                  <a:cubicBezTo>
                    <a:pt x="1371" y="14941"/>
                    <a:pt x="1" y="18529"/>
                    <a:pt x="1371" y="21628"/>
                  </a:cubicBezTo>
                  <a:cubicBezTo>
                    <a:pt x="2381" y="23913"/>
                    <a:pt x="4597" y="25258"/>
                    <a:pt x="6933" y="25258"/>
                  </a:cubicBezTo>
                  <a:cubicBezTo>
                    <a:pt x="7766" y="25258"/>
                    <a:pt x="8614" y="25087"/>
                    <a:pt x="9428" y="24727"/>
                  </a:cubicBezTo>
                  <a:cubicBezTo>
                    <a:pt x="9722" y="24629"/>
                    <a:pt x="38003" y="12233"/>
                    <a:pt x="65665" y="12233"/>
                  </a:cubicBezTo>
                  <a:cubicBezTo>
                    <a:pt x="93294" y="12233"/>
                    <a:pt x="121608" y="24596"/>
                    <a:pt x="121901" y="24727"/>
                  </a:cubicBezTo>
                  <a:cubicBezTo>
                    <a:pt x="122717" y="25086"/>
                    <a:pt x="123532" y="25281"/>
                    <a:pt x="124380" y="25281"/>
                  </a:cubicBezTo>
                  <a:cubicBezTo>
                    <a:pt x="126729" y="25281"/>
                    <a:pt x="128947" y="23911"/>
                    <a:pt x="129958" y="21628"/>
                  </a:cubicBezTo>
                  <a:cubicBezTo>
                    <a:pt x="131328" y="18562"/>
                    <a:pt x="129958" y="14941"/>
                    <a:pt x="126859" y="13571"/>
                  </a:cubicBezTo>
                  <a:cubicBezTo>
                    <a:pt x="125620" y="13016"/>
                    <a:pt x="95968" y="1"/>
                    <a:pt x="656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80"/>
            <p:cNvSpPr/>
            <p:nvPr/>
          </p:nvSpPr>
          <p:spPr>
            <a:xfrm>
              <a:off x="3800200" y="900300"/>
              <a:ext cx="1641625" cy="632850"/>
            </a:xfrm>
            <a:custGeom>
              <a:avLst/>
              <a:gdLst/>
              <a:ahLst/>
              <a:cxnLst/>
              <a:rect l="l" t="t" r="r" b="b"/>
              <a:pathLst>
                <a:path w="65665" h="25314" extrusionOk="0">
                  <a:moveTo>
                    <a:pt x="1" y="0"/>
                  </a:moveTo>
                  <a:lnTo>
                    <a:pt x="1" y="12233"/>
                  </a:lnTo>
                  <a:cubicBezTo>
                    <a:pt x="27630" y="12233"/>
                    <a:pt x="55944" y="24628"/>
                    <a:pt x="56237" y="24759"/>
                  </a:cubicBezTo>
                  <a:cubicBezTo>
                    <a:pt x="57053" y="25118"/>
                    <a:pt x="57868" y="25313"/>
                    <a:pt x="58716" y="25313"/>
                  </a:cubicBezTo>
                  <a:cubicBezTo>
                    <a:pt x="61065" y="25313"/>
                    <a:pt x="63283" y="23943"/>
                    <a:pt x="64294" y="21660"/>
                  </a:cubicBezTo>
                  <a:cubicBezTo>
                    <a:pt x="65664" y="18594"/>
                    <a:pt x="64294" y="14973"/>
                    <a:pt x="61195" y="13603"/>
                  </a:cubicBezTo>
                  <a:cubicBezTo>
                    <a:pt x="59956" y="13048"/>
                    <a:pt x="30304"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80"/>
            <p:cNvSpPr/>
            <p:nvPr/>
          </p:nvSpPr>
          <p:spPr>
            <a:xfrm>
              <a:off x="4340050" y="3265650"/>
              <a:ext cx="442850" cy="795525"/>
            </a:xfrm>
            <a:custGeom>
              <a:avLst/>
              <a:gdLst/>
              <a:ahLst/>
              <a:cxnLst/>
              <a:rect l="l" t="t" r="r" b="b"/>
              <a:pathLst>
                <a:path w="17714" h="31821" extrusionOk="0">
                  <a:moveTo>
                    <a:pt x="9041" y="0"/>
                  </a:moveTo>
                  <a:cubicBezTo>
                    <a:pt x="6720" y="0"/>
                    <a:pt x="4515" y="1335"/>
                    <a:pt x="3491" y="3572"/>
                  </a:cubicBezTo>
                  <a:cubicBezTo>
                    <a:pt x="2284" y="6247"/>
                    <a:pt x="1" y="11173"/>
                    <a:pt x="3556" y="18545"/>
                  </a:cubicBezTo>
                  <a:cubicBezTo>
                    <a:pt x="4437" y="20437"/>
                    <a:pt x="4274" y="20893"/>
                    <a:pt x="3720" y="22394"/>
                  </a:cubicBezTo>
                  <a:cubicBezTo>
                    <a:pt x="3556" y="22850"/>
                    <a:pt x="3361" y="23405"/>
                    <a:pt x="3165" y="23992"/>
                  </a:cubicBezTo>
                  <a:cubicBezTo>
                    <a:pt x="2252" y="27222"/>
                    <a:pt x="4111" y="30614"/>
                    <a:pt x="7340" y="31560"/>
                  </a:cubicBezTo>
                  <a:cubicBezTo>
                    <a:pt x="7928" y="31723"/>
                    <a:pt x="8482" y="31821"/>
                    <a:pt x="9069" y="31821"/>
                  </a:cubicBezTo>
                  <a:cubicBezTo>
                    <a:pt x="11711" y="31821"/>
                    <a:pt x="14158" y="30059"/>
                    <a:pt x="14941" y="27385"/>
                  </a:cubicBezTo>
                  <a:cubicBezTo>
                    <a:pt x="14973" y="27222"/>
                    <a:pt x="15071" y="26928"/>
                    <a:pt x="15202" y="26634"/>
                  </a:cubicBezTo>
                  <a:cubicBezTo>
                    <a:pt x="16083" y="24253"/>
                    <a:pt x="17714" y="19817"/>
                    <a:pt x="14582" y="13260"/>
                  </a:cubicBezTo>
                  <a:cubicBezTo>
                    <a:pt x="13506" y="11075"/>
                    <a:pt x="13767" y="10520"/>
                    <a:pt x="14615" y="8661"/>
                  </a:cubicBezTo>
                  <a:cubicBezTo>
                    <a:pt x="16017" y="5595"/>
                    <a:pt x="14680" y="1974"/>
                    <a:pt x="11614" y="571"/>
                  </a:cubicBezTo>
                  <a:cubicBezTo>
                    <a:pt x="10776" y="183"/>
                    <a:pt x="9901" y="0"/>
                    <a:pt x="90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80"/>
            <p:cNvSpPr/>
            <p:nvPr/>
          </p:nvSpPr>
          <p:spPr>
            <a:xfrm>
              <a:off x="2809375" y="3265650"/>
              <a:ext cx="442025" cy="795525"/>
            </a:xfrm>
            <a:custGeom>
              <a:avLst/>
              <a:gdLst/>
              <a:ahLst/>
              <a:cxnLst/>
              <a:rect l="l" t="t" r="r" b="b"/>
              <a:pathLst>
                <a:path w="17681" h="31821" extrusionOk="0">
                  <a:moveTo>
                    <a:pt x="9027" y="0"/>
                  </a:moveTo>
                  <a:cubicBezTo>
                    <a:pt x="6717" y="0"/>
                    <a:pt x="4506" y="1335"/>
                    <a:pt x="3458" y="3572"/>
                  </a:cubicBezTo>
                  <a:cubicBezTo>
                    <a:pt x="2251" y="6247"/>
                    <a:pt x="0" y="11173"/>
                    <a:pt x="3523" y="18545"/>
                  </a:cubicBezTo>
                  <a:cubicBezTo>
                    <a:pt x="4437" y="20437"/>
                    <a:pt x="4241" y="20893"/>
                    <a:pt x="3686" y="22394"/>
                  </a:cubicBezTo>
                  <a:cubicBezTo>
                    <a:pt x="3523" y="22850"/>
                    <a:pt x="3328" y="23405"/>
                    <a:pt x="3165" y="23992"/>
                  </a:cubicBezTo>
                  <a:cubicBezTo>
                    <a:pt x="2219" y="27222"/>
                    <a:pt x="4078" y="30614"/>
                    <a:pt x="7340" y="31560"/>
                  </a:cubicBezTo>
                  <a:cubicBezTo>
                    <a:pt x="7894" y="31723"/>
                    <a:pt x="8482" y="31821"/>
                    <a:pt x="9036" y="31821"/>
                  </a:cubicBezTo>
                  <a:cubicBezTo>
                    <a:pt x="11678" y="31821"/>
                    <a:pt x="14125" y="30059"/>
                    <a:pt x="14908" y="27385"/>
                  </a:cubicBezTo>
                  <a:cubicBezTo>
                    <a:pt x="14940" y="27222"/>
                    <a:pt x="15071" y="26928"/>
                    <a:pt x="15169" y="26634"/>
                  </a:cubicBezTo>
                  <a:cubicBezTo>
                    <a:pt x="16049" y="24253"/>
                    <a:pt x="17680" y="19817"/>
                    <a:pt x="14549" y="13260"/>
                  </a:cubicBezTo>
                  <a:cubicBezTo>
                    <a:pt x="13505" y="11075"/>
                    <a:pt x="13733" y="10520"/>
                    <a:pt x="14582" y="8661"/>
                  </a:cubicBezTo>
                  <a:cubicBezTo>
                    <a:pt x="15984" y="5595"/>
                    <a:pt x="14647" y="1974"/>
                    <a:pt x="11580" y="571"/>
                  </a:cubicBezTo>
                  <a:cubicBezTo>
                    <a:pt x="10752" y="183"/>
                    <a:pt x="9883" y="0"/>
                    <a:pt x="90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80"/>
            <p:cNvSpPr/>
            <p:nvPr/>
          </p:nvSpPr>
          <p:spPr>
            <a:xfrm>
              <a:off x="3574300" y="3265650"/>
              <a:ext cx="442850" cy="795525"/>
            </a:xfrm>
            <a:custGeom>
              <a:avLst/>
              <a:gdLst/>
              <a:ahLst/>
              <a:cxnLst/>
              <a:rect l="l" t="t" r="r" b="b"/>
              <a:pathLst>
                <a:path w="17714" h="31821" extrusionOk="0">
                  <a:moveTo>
                    <a:pt x="9028" y="0"/>
                  </a:moveTo>
                  <a:cubicBezTo>
                    <a:pt x="6720" y="0"/>
                    <a:pt x="4515" y="1335"/>
                    <a:pt x="3491" y="3572"/>
                  </a:cubicBezTo>
                  <a:cubicBezTo>
                    <a:pt x="2252" y="6247"/>
                    <a:pt x="1" y="11173"/>
                    <a:pt x="3524" y="18545"/>
                  </a:cubicBezTo>
                  <a:cubicBezTo>
                    <a:pt x="4437" y="20437"/>
                    <a:pt x="4274" y="20893"/>
                    <a:pt x="3687" y="22394"/>
                  </a:cubicBezTo>
                  <a:cubicBezTo>
                    <a:pt x="3524" y="22850"/>
                    <a:pt x="3328" y="23405"/>
                    <a:pt x="3165" y="23992"/>
                  </a:cubicBezTo>
                  <a:cubicBezTo>
                    <a:pt x="2219" y="27222"/>
                    <a:pt x="4078" y="30614"/>
                    <a:pt x="7340" y="31560"/>
                  </a:cubicBezTo>
                  <a:cubicBezTo>
                    <a:pt x="7895" y="31723"/>
                    <a:pt x="8482" y="31821"/>
                    <a:pt x="9037" y="31821"/>
                  </a:cubicBezTo>
                  <a:cubicBezTo>
                    <a:pt x="11679" y="31821"/>
                    <a:pt x="14125" y="30059"/>
                    <a:pt x="14908" y="27385"/>
                  </a:cubicBezTo>
                  <a:cubicBezTo>
                    <a:pt x="14973" y="27222"/>
                    <a:pt x="15071" y="26928"/>
                    <a:pt x="15169" y="26634"/>
                  </a:cubicBezTo>
                  <a:cubicBezTo>
                    <a:pt x="16050" y="24253"/>
                    <a:pt x="17713" y="19817"/>
                    <a:pt x="14549" y="13260"/>
                  </a:cubicBezTo>
                  <a:cubicBezTo>
                    <a:pt x="13505" y="11075"/>
                    <a:pt x="13766" y="10520"/>
                    <a:pt x="14582" y="8661"/>
                  </a:cubicBezTo>
                  <a:cubicBezTo>
                    <a:pt x="16017" y="5595"/>
                    <a:pt x="14647" y="1974"/>
                    <a:pt x="11581" y="571"/>
                  </a:cubicBezTo>
                  <a:cubicBezTo>
                    <a:pt x="10752" y="183"/>
                    <a:pt x="9883" y="0"/>
                    <a:pt x="902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80"/>
            <p:cNvSpPr/>
            <p:nvPr/>
          </p:nvSpPr>
          <p:spPr>
            <a:xfrm>
              <a:off x="3800200" y="3266050"/>
              <a:ext cx="216950" cy="795125"/>
            </a:xfrm>
            <a:custGeom>
              <a:avLst/>
              <a:gdLst/>
              <a:ahLst/>
              <a:cxnLst/>
              <a:rect l="l" t="t" r="r" b="b"/>
              <a:pathLst>
                <a:path w="8678" h="31805" extrusionOk="0">
                  <a:moveTo>
                    <a:pt x="1" y="1"/>
                  </a:moveTo>
                  <a:lnTo>
                    <a:pt x="1" y="31805"/>
                  </a:lnTo>
                  <a:cubicBezTo>
                    <a:pt x="2643" y="31805"/>
                    <a:pt x="5089" y="30043"/>
                    <a:pt x="5872" y="27369"/>
                  </a:cubicBezTo>
                  <a:cubicBezTo>
                    <a:pt x="5937" y="27206"/>
                    <a:pt x="6035" y="26912"/>
                    <a:pt x="6133" y="26618"/>
                  </a:cubicBezTo>
                  <a:cubicBezTo>
                    <a:pt x="7014" y="24237"/>
                    <a:pt x="8677" y="19801"/>
                    <a:pt x="5513" y="13244"/>
                  </a:cubicBezTo>
                  <a:cubicBezTo>
                    <a:pt x="4469" y="11059"/>
                    <a:pt x="4730" y="10504"/>
                    <a:pt x="5546" y="8645"/>
                  </a:cubicBezTo>
                  <a:cubicBezTo>
                    <a:pt x="6981" y="5579"/>
                    <a:pt x="5611" y="1958"/>
                    <a:pt x="2545" y="555"/>
                  </a:cubicBezTo>
                  <a:cubicBezTo>
                    <a:pt x="1729" y="164"/>
                    <a:pt x="849" y="1"/>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98" name="Google Shape;2098;p80"/>
          <p:cNvCxnSpPr>
            <a:endCxn id="2045" idx="2"/>
          </p:cNvCxnSpPr>
          <p:nvPr/>
        </p:nvCxnSpPr>
        <p:spPr>
          <a:xfrm>
            <a:off x="2385750" y="1890000"/>
            <a:ext cx="1756500" cy="900000"/>
          </a:xfrm>
          <a:prstGeom prst="curvedConnector3">
            <a:avLst>
              <a:gd name="adj1" fmla="val 50000"/>
            </a:avLst>
          </a:prstGeom>
          <a:noFill/>
          <a:ln w="28575" cap="flat" cmpd="sng">
            <a:solidFill>
              <a:schemeClr val="accent1"/>
            </a:solidFill>
            <a:prstDash val="solid"/>
            <a:round/>
            <a:headEnd type="none" w="med" len="med"/>
            <a:tailEnd type="none" w="med" len="med"/>
          </a:ln>
        </p:spPr>
      </p:cxnSp>
      <p:cxnSp>
        <p:nvCxnSpPr>
          <p:cNvPr id="2099" name="Google Shape;2099;p80"/>
          <p:cNvCxnSpPr/>
          <p:nvPr/>
        </p:nvCxnSpPr>
        <p:spPr>
          <a:xfrm flipH="1">
            <a:off x="4941975" y="1890000"/>
            <a:ext cx="1756500" cy="900000"/>
          </a:xfrm>
          <a:prstGeom prst="curvedConnector3">
            <a:avLst>
              <a:gd name="adj1" fmla="val 50000"/>
            </a:avLst>
          </a:prstGeom>
          <a:noFill/>
          <a:ln w="28575" cap="flat" cmpd="sng">
            <a:solidFill>
              <a:schemeClr val="accent1"/>
            </a:solidFill>
            <a:prstDash val="solid"/>
            <a:round/>
            <a:headEnd type="none" w="med" len="med"/>
            <a:tailEnd type="none" w="med" len="med"/>
          </a:ln>
        </p:spPr>
      </p:cxnSp>
      <p:grpSp>
        <p:nvGrpSpPr>
          <p:cNvPr id="2" name="Google Shape;532;p53">
            <a:extLst>
              <a:ext uri="{FF2B5EF4-FFF2-40B4-BE49-F238E27FC236}">
                <a16:creationId xmlns:a16="http://schemas.microsoft.com/office/drawing/2014/main" id="{66A4FF27-8A68-4094-7572-2B851F02FB58}"/>
              </a:ext>
            </a:extLst>
          </p:cNvPr>
          <p:cNvGrpSpPr/>
          <p:nvPr/>
        </p:nvGrpSpPr>
        <p:grpSpPr>
          <a:xfrm>
            <a:off x="6698475" y="1467774"/>
            <a:ext cx="672143" cy="457203"/>
            <a:chOff x="2135100" y="238125"/>
            <a:chExt cx="2240325" cy="1601875"/>
          </a:xfrm>
        </p:grpSpPr>
        <p:sp>
          <p:nvSpPr>
            <p:cNvPr id="3" name="Google Shape;533;p53">
              <a:extLst>
                <a:ext uri="{FF2B5EF4-FFF2-40B4-BE49-F238E27FC236}">
                  <a16:creationId xmlns:a16="http://schemas.microsoft.com/office/drawing/2014/main" id="{806B9476-A3A5-B2E2-1065-8D63637EA5A0}"/>
                </a:ext>
              </a:extLst>
            </p:cNvPr>
            <p:cNvSpPr/>
            <p:nvPr/>
          </p:nvSpPr>
          <p:spPr>
            <a:xfrm>
              <a:off x="2135100" y="998650"/>
              <a:ext cx="215350" cy="41450"/>
            </a:xfrm>
            <a:custGeom>
              <a:avLst/>
              <a:gdLst/>
              <a:ahLst/>
              <a:cxnLst/>
              <a:rect l="l" t="t" r="r" b="b"/>
              <a:pathLst>
                <a:path w="8614" h="1658" extrusionOk="0">
                  <a:moveTo>
                    <a:pt x="829" y="1"/>
                  </a:moveTo>
                  <a:cubicBezTo>
                    <a:pt x="371" y="1"/>
                    <a:pt x="1" y="372"/>
                    <a:pt x="1" y="829"/>
                  </a:cubicBezTo>
                  <a:cubicBezTo>
                    <a:pt x="1" y="1286"/>
                    <a:pt x="371" y="1657"/>
                    <a:pt x="829" y="1657"/>
                  </a:cubicBezTo>
                  <a:lnTo>
                    <a:pt x="7785" y="1657"/>
                  </a:lnTo>
                  <a:cubicBezTo>
                    <a:pt x="8242" y="1656"/>
                    <a:pt x="8611" y="1286"/>
                    <a:pt x="8613" y="829"/>
                  </a:cubicBezTo>
                  <a:cubicBezTo>
                    <a:pt x="8611" y="372"/>
                    <a:pt x="8241" y="2"/>
                    <a:pt x="778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534;p53">
              <a:extLst>
                <a:ext uri="{FF2B5EF4-FFF2-40B4-BE49-F238E27FC236}">
                  <a16:creationId xmlns:a16="http://schemas.microsoft.com/office/drawing/2014/main" id="{1CEC5548-AE27-E5EA-6F4D-0FE92C85CF2F}"/>
                </a:ext>
              </a:extLst>
            </p:cNvPr>
            <p:cNvSpPr/>
            <p:nvPr/>
          </p:nvSpPr>
          <p:spPr>
            <a:xfrm>
              <a:off x="2281901" y="238125"/>
              <a:ext cx="2093524" cy="1601875"/>
            </a:xfrm>
            <a:custGeom>
              <a:avLst/>
              <a:gdLst/>
              <a:ahLst/>
              <a:cxnLst/>
              <a:rect l="l" t="t" r="r" b="b"/>
              <a:pathLst>
                <a:path w="83741" h="64075" extrusionOk="0">
                  <a:moveTo>
                    <a:pt x="69637" y="51592"/>
                  </a:moveTo>
                  <a:cubicBezTo>
                    <a:pt x="69668" y="51592"/>
                    <a:pt x="69699" y="51592"/>
                    <a:pt x="69729" y="51593"/>
                  </a:cubicBezTo>
                  <a:cubicBezTo>
                    <a:pt x="71553" y="51641"/>
                    <a:pt x="72515" y="53113"/>
                    <a:pt x="71868" y="54882"/>
                  </a:cubicBezTo>
                  <a:cubicBezTo>
                    <a:pt x="71236" y="56615"/>
                    <a:pt x="69290" y="57991"/>
                    <a:pt x="67487" y="57991"/>
                  </a:cubicBezTo>
                  <a:cubicBezTo>
                    <a:pt x="67456" y="57991"/>
                    <a:pt x="67425" y="57990"/>
                    <a:pt x="67395" y="57990"/>
                  </a:cubicBezTo>
                  <a:cubicBezTo>
                    <a:pt x="65568" y="57942"/>
                    <a:pt x="64610" y="56469"/>
                    <a:pt x="65252" y="54701"/>
                  </a:cubicBezTo>
                  <a:cubicBezTo>
                    <a:pt x="65888" y="52968"/>
                    <a:pt x="67835" y="51592"/>
                    <a:pt x="69637" y="51592"/>
                  </a:cubicBezTo>
                  <a:close/>
                  <a:moveTo>
                    <a:pt x="54012" y="0"/>
                  </a:moveTo>
                  <a:cubicBezTo>
                    <a:pt x="49440" y="0"/>
                    <a:pt x="45700" y="3741"/>
                    <a:pt x="45700" y="8312"/>
                  </a:cubicBezTo>
                  <a:cubicBezTo>
                    <a:pt x="45700" y="10834"/>
                    <a:pt x="46842" y="13099"/>
                    <a:pt x="48630" y="14627"/>
                  </a:cubicBezTo>
                  <a:cubicBezTo>
                    <a:pt x="37913" y="14823"/>
                    <a:pt x="31942" y="19434"/>
                    <a:pt x="30204" y="21018"/>
                  </a:cubicBezTo>
                  <a:cubicBezTo>
                    <a:pt x="29521" y="21451"/>
                    <a:pt x="29062" y="22214"/>
                    <a:pt x="29062" y="23081"/>
                  </a:cubicBezTo>
                  <a:lnTo>
                    <a:pt x="29062" y="23257"/>
                  </a:lnTo>
                  <a:cubicBezTo>
                    <a:pt x="29062" y="24599"/>
                    <a:pt x="30156" y="25697"/>
                    <a:pt x="31494" y="25697"/>
                  </a:cubicBezTo>
                  <a:lnTo>
                    <a:pt x="33945" y="25707"/>
                  </a:lnTo>
                  <a:cubicBezTo>
                    <a:pt x="31418" y="28913"/>
                    <a:pt x="29669" y="32039"/>
                    <a:pt x="28656" y="34072"/>
                  </a:cubicBezTo>
                  <a:lnTo>
                    <a:pt x="25659" y="34072"/>
                  </a:lnTo>
                  <a:cubicBezTo>
                    <a:pt x="25743" y="33913"/>
                    <a:pt x="25809" y="33746"/>
                    <a:pt x="25839" y="33570"/>
                  </a:cubicBezTo>
                  <a:lnTo>
                    <a:pt x="28861" y="16124"/>
                  </a:lnTo>
                  <a:cubicBezTo>
                    <a:pt x="29018" y="15219"/>
                    <a:pt x="28355" y="14474"/>
                    <a:pt x="27388" y="14468"/>
                  </a:cubicBezTo>
                  <a:lnTo>
                    <a:pt x="10851" y="14360"/>
                  </a:lnTo>
                  <a:cubicBezTo>
                    <a:pt x="10848" y="14360"/>
                    <a:pt x="10844" y="14360"/>
                    <a:pt x="10841" y="14360"/>
                  </a:cubicBezTo>
                  <a:cubicBezTo>
                    <a:pt x="9877" y="14360"/>
                    <a:pt x="8964" y="15092"/>
                    <a:pt x="8808" y="15993"/>
                  </a:cubicBezTo>
                  <a:lnTo>
                    <a:pt x="5786" y="33442"/>
                  </a:lnTo>
                  <a:cubicBezTo>
                    <a:pt x="5748" y="33651"/>
                    <a:pt x="5758" y="33866"/>
                    <a:pt x="5813" y="34073"/>
                  </a:cubicBezTo>
                  <a:lnTo>
                    <a:pt x="1097" y="34073"/>
                  </a:lnTo>
                  <a:cubicBezTo>
                    <a:pt x="493" y="34074"/>
                    <a:pt x="3" y="34564"/>
                    <a:pt x="1" y="35169"/>
                  </a:cubicBezTo>
                  <a:lnTo>
                    <a:pt x="1" y="35288"/>
                  </a:lnTo>
                  <a:cubicBezTo>
                    <a:pt x="3" y="35892"/>
                    <a:pt x="493" y="36382"/>
                    <a:pt x="1097" y="36384"/>
                  </a:cubicBezTo>
                  <a:lnTo>
                    <a:pt x="11330" y="36384"/>
                  </a:lnTo>
                  <a:cubicBezTo>
                    <a:pt x="11347" y="36385"/>
                    <a:pt x="11362" y="36389"/>
                    <a:pt x="11378" y="36389"/>
                  </a:cubicBezTo>
                  <a:lnTo>
                    <a:pt x="58876" y="36389"/>
                  </a:lnTo>
                  <a:cubicBezTo>
                    <a:pt x="53718" y="32229"/>
                    <a:pt x="48559" y="31554"/>
                    <a:pt x="45756" y="31554"/>
                  </a:cubicBezTo>
                  <a:cubicBezTo>
                    <a:pt x="44410" y="31554"/>
                    <a:pt x="43607" y="31709"/>
                    <a:pt x="43607" y="31709"/>
                  </a:cubicBezTo>
                  <a:cubicBezTo>
                    <a:pt x="43607" y="31709"/>
                    <a:pt x="45300" y="28931"/>
                    <a:pt x="47324" y="25757"/>
                  </a:cubicBezTo>
                  <a:lnTo>
                    <a:pt x="50707" y="25770"/>
                  </a:lnTo>
                  <a:cubicBezTo>
                    <a:pt x="50434" y="26081"/>
                    <a:pt x="50263" y="26484"/>
                    <a:pt x="50263" y="26928"/>
                  </a:cubicBezTo>
                  <a:cubicBezTo>
                    <a:pt x="50263" y="27901"/>
                    <a:pt x="51059" y="28695"/>
                    <a:pt x="52030" y="28695"/>
                  </a:cubicBezTo>
                  <a:lnTo>
                    <a:pt x="60731" y="28695"/>
                  </a:lnTo>
                  <a:cubicBezTo>
                    <a:pt x="60772" y="28998"/>
                    <a:pt x="60858" y="29292"/>
                    <a:pt x="60985" y="29569"/>
                  </a:cubicBezTo>
                  <a:lnTo>
                    <a:pt x="64514" y="37214"/>
                  </a:lnTo>
                  <a:lnTo>
                    <a:pt x="63155" y="38573"/>
                  </a:lnTo>
                  <a:lnTo>
                    <a:pt x="51108" y="38573"/>
                  </a:lnTo>
                  <a:cubicBezTo>
                    <a:pt x="50698" y="38573"/>
                    <a:pt x="50367" y="38905"/>
                    <a:pt x="50367" y="39314"/>
                  </a:cubicBezTo>
                  <a:cubicBezTo>
                    <a:pt x="50367" y="39722"/>
                    <a:pt x="50698" y="40054"/>
                    <a:pt x="51108" y="40054"/>
                  </a:cubicBezTo>
                  <a:lnTo>
                    <a:pt x="62182" y="40054"/>
                  </a:lnTo>
                  <a:cubicBezTo>
                    <a:pt x="62454" y="40121"/>
                    <a:pt x="62645" y="40365"/>
                    <a:pt x="62647" y="40645"/>
                  </a:cubicBezTo>
                  <a:lnTo>
                    <a:pt x="62647" y="40721"/>
                  </a:lnTo>
                  <a:cubicBezTo>
                    <a:pt x="62646" y="40893"/>
                    <a:pt x="62572" y="41057"/>
                    <a:pt x="62442" y="41171"/>
                  </a:cubicBezTo>
                  <a:lnTo>
                    <a:pt x="41945" y="41171"/>
                  </a:lnTo>
                  <a:cubicBezTo>
                    <a:pt x="41941" y="41171"/>
                    <a:pt x="41937" y="41171"/>
                    <a:pt x="41933" y="41171"/>
                  </a:cubicBezTo>
                  <a:cubicBezTo>
                    <a:pt x="41359" y="41171"/>
                    <a:pt x="40894" y="41637"/>
                    <a:pt x="40894" y="42212"/>
                  </a:cubicBezTo>
                  <a:cubicBezTo>
                    <a:pt x="40894" y="42787"/>
                    <a:pt x="41359" y="43251"/>
                    <a:pt x="41933" y="43251"/>
                  </a:cubicBezTo>
                  <a:cubicBezTo>
                    <a:pt x="41937" y="43251"/>
                    <a:pt x="41941" y="43251"/>
                    <a:pt x="41945" y="43251"/>
                  </a:cubicBezTo>
                  <a:lnTo>
                    <a:pt x="58476" y="43251"/>
                  </a:lnTo>
                  <a:lnTo>
                    <a:pt x="58414" y="43314"/>
                  </a:lnTo>
                  <a:lnTo>
                    <a:pt x="58493" y="43314"/>
                  </a:lnTo>
                  <a:cubicBezTo>
                    <a:pt x="58879" y="43316"/>
                    <a:pt x="59190" y="43627"/>
                    <a:pt x="59192" y="44013"/>
                  </a:cubicBezTo>
                  <a:lnTo>
                    <a:pt x="59192" y="44092"/>
                  </a:lnTo>
                  <a:cubicBezTo>
                    <a:pt x="59190" y="44477"/>
                    <a:pt x="58879" y="44789"/>
                    <a:pt x="58493" y="44791"/>
                  </a:cubicBezTo>
                  <a:lnTo>
                    <a:pt x="57914" y="44791"/>
                  </a:lnTo>
                  <a:cubicBezTo>
                    <a:pt x="57839" y="44772"/>
                    <a:pt x="57762" y="44764"/>
                    <a:pt x="57686" y="44764"/>
                  </a:cubicBezTo>
                  <a:lnTo>
                    <a:pt x="36060" y="44764"/>
                  </a:lnTo>
                  <a:cubicBezTo>
                    <a:pt x="35491" y="44770"/>
                    <a:pt x="35032" y="45234"/>
                    <a:pt x="35032" y="45803"/>
                  </a:cubicBezTo>
                  <a:cubicBezTo>
                    <a:pt x="35032" y="46373"/>
                    <a:pt x="35491" y="46837"/>
                    <a:pt x="36060" y="46843"/>
                  </a:cubicBezTo>
                  <a:lnTo>
                    <a:pt x="56524" y="46843"/>
                  </a:lnTo>
                  <a:cubicBezTo>
                    <a:pt x="56777" y="47034"/>
                    <a:pt x="56927" y="47333"/>
                    <a:pt x="56928" y="47652"/>
                  </a:cubicBezTo>
                  <a:lnTo>
                    <a:pt x="56928" y="47664"/>
                  </a:lnTo>
                  <a:cubicBezTo>
                    <a:pt x="56928" y="48227"/>
                    <a:pt x="56471" y="48684"/>
                    <a:pt x="55908" y="48685"/>
                  </a:cubicBezTo>
                  <a:lnTo>
                    <a:pt x="31510" y="48463"/>
                  </a:lnTo>
                  <a:cubicBezTo>
                    <a:pt x="30860" y="48466"/>
                    <a:pt x="30335" y="48991"/>
                    <a:pt x="30333" y="49641"/>
                  </a:cubicBezTo>
                  <a:lnTo>
                    <a:pt x="30333" y="49954"/>
                  </a:lnTo>
                  <a:cubicBezTo>
                    <a:pt x="30335" y="50604"/>
                    <a:pt x="30860" y="51130"/>
                    <a:pt x="31510" y="51132"/>
                  </a:cubicBezTo>
                  <a:lnTo>
                    <a:pt x="52859" y="51132"/>
                  </a:lnTo>
                  <a:cubicBezTo>
                    <a:pt x="52989" y="51131"/>
                    <a:pt x="53118" y="51107"/>
                    <a:pt x="53239" y="51063"/>
                  </a:cubicBezTo>
                  <a:cubicBezTo>
                    <a:pt x="53533" y="51149"/>
                    <a:pt x="53736" y="51419"/>
                    <a:pt x="53737" y="51726"/>
                  </a:cubicBezTo>
                  <a:lnTo>
                    <a:pt x="53737" y="51810"/>
                  </a:lnTo>
                  <a:cubicBezTo>
                    <a:pt x="53736" y="52051"/>
                    <a:pt x="53608" y="52274"/>
                    <a:pt x="53402" y="52399"/>
                  </a:cubicBezTo>
                  <a:lnTo>
                    <a:pt x="28436" y="52399"/>
                  </a:lnTo>
                  <a:cubicBezTo>
                    <a:pt x="28328" y="53058"/>
                    <a:pt x="28149" y="53737"/>
                    <a:pt x="27897" y="54427"/>
                  </a:cubicBezTo>
                  <a:cubicBezTo>
                    <a:pt x="27688" y="54998"/>
                    <a:pt x="27439" y="55554"/>
                    <a:pt x="27151" y="56091"/>
                  </a:cubicBezTo>
                  <a:lnTo>
                    <a:pt x="36591" y="56091"/>
                  </a:lnTo>
                  <a:lnTo>
                    <a:pt x="36540" y="56143"/>
                  </a:lnTo>
                  <a:lnTo>
                    <a:pt x="58525" y="56143"/>
                  </a:lnTo>
                  <a:cubicBezTo>
                    <a:pt x="57723" y="60523"/>
                    <a:pt x="60443" y="63942"/>
                    <a:pt x="65177" y="64071"/>
                  </a:cubicBezTo>
                  <a:cubicBezTo>
                    <a:pt x="65267" y="64073"/>
                    <a:pt x="65356" y="64074"/>
                    <a:pt x="65446" y="64074"/>
                  </a:cubicBezTo>
                  <a:cubicBezTo>
                    <a:pt x="70671" y="64074"/>
                    <a:pt x="76317" y="60086"/>
                    <a:pt x="78156" y="55049"/>
                  </a:cubicBezTo>
                  <a:cubicBezTo>
                    <a:pt x="78797" y="53294"/>
                    <a:pt x="78892" y="51640"/>
                    <a:pt x="78527" y="50218"/>
                  </a:cubicBezTo>
                  <a:lnTo>
                    <a:pt x="83715" y="50218"/>
                  </a:lnTo>
                  <a:cubicBezTo>
                    <a:pt x="83722" y="50043"/>
                    <a:pt x="83741" y="49873"/>
                    <a:pt x="83741" y="49697"/>
                  </a:cubicBezTo>
                  <a:cubicBezTo>
                    <a:pt x="83741" y="43725"/>
                    <a:pt x="78899" y="38884"/>
                    <a:pt x="72928" y="38884"/>
                  </a:cubicBezTo>
                  <a:cubicBezTo>
                    <a:pt x="72673" y="38884"/>
                    <a:pt x="72421" y="38896"/>
                    <a:pt x="72171" y="38913"/>
                  </a:cubicBezTo>
                  <a:lnTo>
                    <a:pt x="66649" y="26954"/>
                  </a:lnTo>
                  <a:cubicBezTo>
                    <a:pt x="66501" y="26635"/>
                    <a:pt x="66300" y="26344"/>
                    <a:pt x="66054" y="26093"/>
                  </a:cubicBezTo>
                  <a:cubicBezTo>
                    <a:pt x="65755" y="25541"/>
                    <a:pt x="65176" y="25160"/>
                    <a:pt x="64507" y="25160"/>
                  </a:cubicBezTo>
                  <a:lnTo>
                    <a:pt x="64098" y="25160"/>
                  </a:lnTo>
                  <a:cubicBezTo>
                    <a:pt x="64002" y="25152"/>
                    <a:pt x="63907" y="25147"/>
                    <a:pt x="63812" y="25147"/>
                  </a:cubicBezTo>
                  <a:cubicBezTo>
                    <a:pt x="63717" y="25147"/>
                    <a:pt x="63621" y="25152"/>
                    <a:pt x="63526" y="25160"/>
                  </a:cubicBezTo>
                  <a:lnTo>
                    <a:pt x="60537" y="25160"/>
                  </a:lnTo>
                  <a:lnTo>
                    <a:pt x="60265" y="23081"/>
                  </a:lnTo>
                  <a:cubicBezTo>
                    <a:pt x="60265" y="21739"/>
                    <a:pt x="59170" y="20641"/>
                    <a:pt x="57833" y="20641"/>
                  </a:cubicBezTo>
                  <a:lnTo>
                    <a:pt x="50680" y="20641"/>
                  </a:lnTo>
                  <a:cubicBezTo>
                    <a:pt x="52173" y="18455"/>
                    <a:pt x="53434" y="16776"/>
                    <a:pt x="53887" y="16618"/>
                  </a:cubicBezTo>
                  <a:cubicBezTo>
                    <a:pt x="53929" y="16618"/>
                    <a:pt x="53970" y="16625"/>
                    <a:pt x="54013" y="16625"/>
                  </a:cubicBezTo>
                  <a:cubicBezTo>
                    <a:pt x="57883" y="16625"/>
                    <a:pt x="61147" y="13940"/>
                    <a:pt x="62062" y="10345"/>
                  </a:cubicBezTo>
                  <a:lnTo>
                    <a:pt x="64456" y="10345"/>
                  </a:lnTo>
                  <a:cubicBezTo>
                    <a:pt x="64196" y="8650"/>
                    <a:pt x="63298" y="7162"/>
                    <a:pt x="62020" y="6126"/>
                  </a:cubicBezTo>
                  <a:cubicBezTo>
                    <a:pt x="61054" y="2607"/>
                    <a:pt x="57826" y="0"/>
                    <a:pt x="5401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535;p53">
              <a:extLst>
                <a:ext uri="{FF2B5EF4-FFF2-40B4-BE49-F238E27FC236}">
                  <a16:creationId xmlns:a16="http://schemas.microsoft.com/office/drawing/2014/main" id="{D681528F-4B61-DA7B-0305-4F8AB3BF247A}"/>
                </a:ext>
              </a:extLst>
            </p:cNvPr>
            <p:cNvSpPr/>
            <p:nvPr/>
          </p:nvSpPr>
          <p:spPr>
            <a:xfrm>
              <a:off x="4032300" y="960675"/>
              <a:ext cx="91000" cy="166400"/>
            </a:xfrm>
            <a:custGeom>
              <a:avLst/>
              <a:gdLst/>
              <a:ahLst/>
              <a:cxnLst/>
              <a:rect l="l" t="t" r="r" b="b"/>
              <a:pathLst>
                <a:path w="3640" h="6656" extrusionOk="0">
                  <a:moveTo>
                    <a:pt x="3120" y="1"/>
                  </a:moveTo>
                  <a:cubicBezTo>
                    <a:pt x="1404" y="1"/>
                    <a:pt x="0" y="1405"/>
                    <a:pt x="0" y="3121"/>
                  </a:cubicBezTo>
                  <a:lnTo>
                    <a:pt x="0" y="3536"/>
                  </a:lnTo>
                  <a:cubicBezTo>
                    <a:pt x="0" y="5251"/>
                    <a:pt x="1404" y="6655"/>
                    <a:pt x="3120" y="6655"/>
                  </a:cubicBezTo>
                  <a:cubicBezTo>
                    <a:pt x="3298" y="6655"/>
                    <a:pt x="3470" y="6631"/>
                    <a:pt x="3639" y="6603"/>
                  </a:cubicBezTo>
                  <a:lnTo>
                    <a:pt x="3639" y="54"/>
                  </a:lnTo>
                  <a:cubicBezTo>
                    <a:pt x="3470" y="25"/>
                    <a:pt x="3298" y="1"/>
                    <a:pt x="31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36;p53">
              <a:extLst>
                <a:ext uri="{FF2B5EF4-FFF2-40B4-BE49-F238E27FC236}">
                  <a16:creationId xmlns:a16="http://schemas.microsoft.com/office/drawing/2014/main" id="{EB09001C-C541-006A-A59F-065FA79C0E19}"/>
                </a:ext>
              </a:extLst>
            </p:cNvPr>
            <p:cNvSpPr/>
            <p:nvPr/>
          </p:nvSpPr>
          <p:spPr>
            <a:xfrm>
              <a:off x="3018625" y="1268700"/>
              <a:ext cx="239800" cy="50700"/>
            </a:xfrm>
            <a:custGeom>
              <a:avLst/>
              <a:gdLst/>
              <a:ahLst/>
              <a:cxnLst/>
              <a:rect l="l" t="t" r="r" b="b"/>
              <a:pathLst>
                <a:path w="9592" h="2028" extrusionOk="0">
                  <a:moveTo>
                    <a:pt x="1015" y="1"/>
                  </a:moveTo>
                  <a:cubicBezTo>
                    <a:pt x="456" y="2"/>
                    <a:pt x="2" y="455"/>
                    <a:pt x="1" y="1015"/>
                  </a:cubicBezTo>
                  <a:cubicBezTo>
                    <a:pt x="2" y="1573"/>
                    <a:pt x="456" y="2026"/>
                    <a:pt x="1015" y="2028"/>
                  </a:cubicBezTo>
                  <a:lnTo>
                    <a:pt x="8578" y="2028"/>
                  </a:lnTo>
                  <a:cubicBezTo>
                    <a:pt x="9136" y="2026"/>
                    <a:pt x="9590" y="1573"/>
                    <a:pt x="9591" y="1015"/>
                  </a:cubicBezTo>
                  <a:cubicBezTo>
                    <a:pt x="9590" y="455"/>
                    <a:pt x="9136" y="2"/>
                    <a:pt x="857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537;p53">
              <a:extLst>
                <a:ext uri="{FF2B5EF4-FFF2-40B4-BE49-F238E27FC236}">
                  <a16:creationId xmlns:a16="http://schemas.microsoft.com/office/drawing/2014/main" id="{23892426-BCB4-BC79-E3B7-D4DF29AACE93}"/>
                </a:ext>
              </a:extLst>
            </p:cNvPr>
            <p:cNvSpPr/>
            <p:nvPr/>
          </p:nvSpPr>
          <p:spPr>
            <a:xfrm>
              <a:off x="3344175" y="1196575"/>
              <a:ext cx="111125" cy="31200"/>
            </a:xfrm>
            <a:custGeom>
              <a:avLst/>
              <a:gdLst/>
              <a:ahLst/>
              <a:cxnLst/>
              <a:rect l="l" t="t" r="r" b="b"/>
              <a:pathLst>
                <a:path w="4445" h="1248" extrusionOk="0">
                  <a:moveTo>
                    <a:pt x="625" y="1"/>
                  </a:moveTo>
                  <a:cubicBezTo>
                    <a:pt x="280" y="1"/>
                    <a:pt x="0" y="279"/>
                    <a:pt x="0" y="624"/>
                  </a:cubicBezTo>
                  <a:cubicBezTo>
                    <a:pt x="0" y="968"/>
                    <a:pt x="280" y="1248"/>
                    <a:pt x="625" y="1248"/>
                  </a:cubicBezTo>
                  <a:lnTo>
                    <a:pt x="3821" y="1248"/>
                  </a:lnTo>
                  <a:cubicBezTo>
                    <a:pt x="4166" y="1248"/>
                    <a:pt x="4444" y="968"/>
                    <a:pt x="4444" y="624"/>
                  </a:cubicBezTo>
                  <a:cubicBezTo>
                    <a:pt x="4444" y="279"/>
                    <a:pt x="4166" y="1"/>
                    <a:pt x="38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38;p53">
              <a:extLst>
                <a:ext uri="{FF2B5EF4-FFF2-40B4-BE49-F238E27FC236}">
                  <a16:creationId xmlns:a16="http://schemas.microsoft.com/office/drawing/2014/main" id="{58E68992-4141-E149-AA26-84E8FD56961D}"/>
                </a:ext>
              </a:extLst>
            </p:cNvPr>
            <p:cNvSpPr/>
            <p:nvPr/>
          </p:nvSpPr>
          <p:spPr>
            <a:xfrm>
              <a:off x="2296025" y="872325"/>
              <a:ext cx="111125" cy="31225"/>
            </a:xfrm>
            <a:custGeom>
              <a:avLst/>
              <a:gdLst/>
              <a:ahLst/>
              <a:cxnLst/>
              <a:rect l="l" t="t" r="r" b="b"/>
              <a:pathLst>
                <a:path w="4445" h="1249" extrusionOk="0">
                  <a:moveTo>
                    <a:pt x="625" y="0"/>
                  </a:moveTo>
                  <a:cubicBezTo>
                    <a:pt x="280" y="0"/>
                    <a:pt x="1" y="280"/>
                    <a:pt x="1" y="624"/>
                  </a:cubicBezTo>
                  <a:cubicBezTo>
                    <a:pt x="1" y="969"/>
                    <a:pt x="280" y="1247"/>
                    <a:pt x="625" y="1249"/>
                  </a:cubicBezTo>
                  <a:lnTo>
                    <a:pt x="3821" y="1249"/>
                  </a:lnTo>
                  <a:cubicBezTo>
                    <a:pt x="4166" y="1249"/>
                    <a:pt x="4445" y="969"/>
                    <a:pt x="4445" y="624"/>
                  </a:cubicBezTo>
                  <a:cubicBezTo>
                    <a:pt x="4445" y="280"/>
                    <a:pt x="4166" y="0"/>
                    <a:pt x="38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39;p53">
              <a:extLst>
                <a:ext uri="{FF2B5EF4-FFF2-40B4-BE49-F238E27FC236}">
                  <a16:creationId xmlns:a16="http://schemas.microsoft.com/office/drawing/2014/main" id="{B4E06C4F-AF96-E6AD-9C7A-3FDC0EDA9BA6}"/>
                </a:ext>
              </a:extLst>
            </p:cNvPr>
            <p:cNvSpPr/>
            <p:nvPr/>
          </p:nvSpPr>
          <p:spPr>
            <a:xfrm>
              <a:off x="2366850" y="1479425"/>
              <a:ext cx="111125" cy="31200"/>
            </a:xfrm>
            <a:custGeom>
              <a:avLst/>
              <a:gdLst/>
              <a:ahLst/>
              <a:cxnLst/>
              <a:rect l="l" t="t" r="r" b="b"/>
              <a:pathLst>
                <a:path w="4445" h="1248" extrusionOk="0">
                  <a:moveTo>
                    <a:pt x="624" y="1"/>
                  </a:moveTo>
                  <a:cubicBezTo>
                    <a:pt x="280" y="1"/>
                    <a:pt x="0" y="281"/>
                    <a:pt x="0" y="624"/>
                  </a:cubicBezTo>
                  <a:cubicBezTo>
                    <a:pt x="0" y="969"/>
                    <a:pt x="280" y="1248"/>
                    <a:pt x="624" y="1248"/>
                  </a:cubicBezTo>
                  <a:lnTo>
                    <a:pt x="3821" y="1248"/>
                  </a:lnTo>
                  <a:cubicBezTo>
                    <a:pt x="4165" y="1248"/>
                    <a:pt x="4444" y="968"/>
                    <a:pt x="4445" y="624"/>
                  </a:cubicBezTo>
                  <a:cubicBezTo>
                    <a:pt x="4444" y="281"/>
                    <a:pt x="4165" y="2"/>
                    <a:pt x="38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40;p53">
              <a:extLst>
                <a:ext uri="{FF2B5EF4-FFF2-40B4-BE49-F238E27FC236}">
                  <a16:creationId xmlns:a16="http://schemas.microsoft.com/office/drawing/2014/main" id="{BE20B6F1-FAB0-94EE-B225-B3D77EFCA0FC}"/>
                </a:ext>
              </a:extLst>
            </p:cNvPr>
            <p:cNvSpPr/>
            <p:nvPr/>
          </p:nvSpPr>
          <p:spPr>
            <a:xfrm>
              <a:off x="3054525" y="583875"/>
              <a:ext cx="217525" cy="38775"/>
            </a:xfrm>
            <a:custGeom>
              <a:avLst/>
              <a:gdLst/>
              <a:ahLst/>
              <a:cxnLst/>
              <a:rect l="l" t="t" r="r" b="b"/>
              <a:pathLst>
                <a:path w="8701" h="1551" extrusionOk="0">
                  <a:moveTo>
                    <a:pt x="775" y="0"/>
                  </a:moveTo>
                  <a:cubicBezTo>
                    <a:pt x="346" y="0"/>
                    <a:pt x="0" y="347"/>
                    <a:pt x="0" y="775"/>
                  </a:cubicBezTo>
                  <a:cubicBezTo>
                    <a:pt x="0" y="1204"/>
                    <a:pt x="346" y="1551"/>
                    <a:pt x="775" y="1551"/>
                  </a:cubicBezTo>
                  <a:lnTo>
                    <a:pt x="7924" y="1551"/>
                  </a:lnTo>
                  <a:cubicBezTo>
                    <a:pt x="8353" y="1551"/>
                    <a:pt x="8700" y="1204"/>
                    <a:pt x="8700" y="775"/>
                  </a:cubicBezTo>
                  <a:cubicBezTo>
                    <a:pt x="8700" y="347"/>
                    <a:pt x="8353" y="0"/>
                    <a:pt x="792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41;p53">
              <a:extLst>
                <a:ext uri="{FF2B5EF4-FFF2-40B4-BE49-F238E27FC236}">
                  <a16:creationId xmlns:a16="http://schemas.microsoft.com/office/drawing/2014/main" id="{3AB63F64-609F-B4E5-8631-F2D347B6955E}"/>
                </a:ext>
              </a:extLst>
            </p:cNvPr>
            <p:cNvSpPr/>
            <p:nvPr/>
          </p:nvSpPr>
          <p:spPr>
            <a:xfrm>
              <a:off x="2744000" y="1276500"/>
              <a:ext cx="210050" cy="39025"/>
            </a:xfrm>
            <a:custGeom>
              <a:avLst/>
              <a:gdLst/>
              <a:ahLst/>
              <a:cxnLst/>
              <a:rect l="l" t="t" r="r" b="b"/>
              <a:pathLst>
                <a:path w="8402" h="1561" extrusionOk="0">
                  <a:moveTo>
                    <a:pt x="771" y="1"/>
                  </a:moveTo>
                  <a:cubicBezTo>
                    <a:pt x="343" y="6"/>
                    <a:pt x="0" y="353"/>
                    <a:pt x="0" y="780"/>
                  </a:cubicBezTo>
                  <a:cubicBezTo>
                    <a:pt x="0" y="1207"/>
                    <a:pt x="343" y="1554"/>
                    <a:pt x="771" y="1560"/>
                  </a:cubicBezTo>
                  <a:lnTo>
                    <a:pt x="7632" y="1560"/>
                  </a:lnTo>
                  <a:cubicBezTo>
                    <a:pt x="8058" y="1554"/>
                    <a:pt x="8401" y="1207"/>
                    <a:pt x="8401" y="780"/>
                  </a:cubicBezTo>
                  <a:cubicBezTo>
                    <a:pt x="8401" y="353"/>
                    <a:pt x="8058" y="6"/>
                    <a:pt x="763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42;p53">
              <a:extLst>
                <a:ext uri="{FF2B5EF4-FFF2-40B4-BE49-F238E27FC236}">
                  <a16:creationId xmlns:a16="http://schemas.microsoft.com/office/drawing/2014/main" id="{98900302-B741-BF26-88A3-097355924D75}"/>
                </a:ext>
              </a:extLst>
            </p:cNvPr>
            <p:cNvSpPr/>
            <p:nvPr/>
          </p:nvSpPr>
          <p:spPr>
            <a:xfrm>
              <a:off x="2310725" y="1402400"/>
              <a:ext cx="210325" cy="39000"/>
            </a:xfrm>
            <a:custGeom>
              <a:avLst/>
              <a:gdLst/>
              <a:ahLst/>
              <a:cxnLst/>
              <a:rect l="l" t="t" r="r" b="b"/>
              <a:pathLst>
                <a:path w="8413" h="1560" extrusionOk="0">
                  <a:moveTo>
                    <a:pt x="771" y="0"/>
                  </a:moveTo>
                  <a:cubicBezTo>
                    <a:pt x="343" y="5"/>
                    <a:pt x="0" y="353"/>
                    <a:pt x="0" y="780"/>
                  </a:cubicBezTo>
                  <a:cubicBezTo>
                    <a:pt x="0" y="1207"/>
                    <a:pt x="343" y="1554"/>
                    <a:pt x="771" y="1559"/>
                  </a:cubicBezTo>
                  <a:lnTo>
                    <a:pt x="7632" y="1559"/>
                  </a:lnTo>
                  <a:cubicBezTo>
                    <a:pt x="8063" y="1558"/>
                    <a:pt x="8411" y="1210"/>
                    <a:pt x="8412" y="780"/>
                  </a:cubicBezTo>
                  <a:cubicBezTo>
                    <a:pt x="8411" y="349"/>
                    <a:pt x="8062" y="1"/>
                    <a:pt x="76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43;p53">
              <a:extLst>
                <a:ext uri="{FF2B5EF4-FFF2-40B4-BE49-F238E27FC236}">
                  <a16:creationId xmlns:a16="http://schemas.microsoft.com/office/drawing/2014/main" id="{2CB9F3DD-DD94-82EE-27AB-B9DE6426856B}"/>
                </a:ext>
              </a:extLst>
            </p:cNvPr>
            <p:cNvSpPr/>
            <p:nvPr/>
          </p:nvSpPr>
          <p:spPr>
            <a:xfrm>
              <a:off x="2415825" y="1359275"/>
              <a:ext cx="573275" cy="464075"/>
            </a:xfrm>
            <a:custGeom>
              <a:avLst/>
              <a:gdLst/>
              <a:ahLst/>
              <a:cxnLst/>
              <a:rect l="l" t="t" r="r" b="b"/>
              <a:pathLst>
                <a:path w="22931" h="18563" extrusionOk="0">
                  <a:moveTo>
                    <a:pt x="12072" y="6255"/>
                  </a:moveTo>
                  <a:cubicBezTo>
                    <a:pt x="12102" y="6255"/>
                    <a:pt x="12132" y="6256"/>
                    <a:pt x="12162" y="6256"/>
                  </a:cubicBezTo>
                  <a:cubicBezTo>
                    <a:pt x="13989" y="6309"/>
                    <a:pt x="14947" y="7777"/>
                    <a:pt x="14300" y="9545"/>
                  </a:cubicBezTo>
                  <a:cubicBezTo>
                    <a:pt x="13669" y="11284"/>
                    <a:pt x="11722" y="12654"/>
                    <a:pt x="9920" y="12654"/>
                  </a:cubicBezTo>
                  <a:cubicBezTo>
                    <a:pt x="9889" y="12654"/>
                    <a:pt x="9858" y="12654"/>
                    <a:pt x="9828" y="12653"/>
                  </a:cubicBezTo>
                  <a:cubicBezTo>
                    <a:pt x="8001" y="12605"/>
                    <a:pt x="7043" y="11133"/>
                    <a:pt x="7689" y="9365"/>
                  </a:cubicBezTo>
                  <a:cubicBezTo>
                    <a:pt x="8321" y="7630"/>
                    <a:pt x="10270" y="6255"/>
                    <a:pt x="12072" y="6255"/>
                  </a:cubicBezTo>
                  <a:close/>
                  <a:moveTo>
                    <a:pt x="14576" y="1"/>
                  </a:moveTo>
                  <a:cubicBezTo>
                    <a:pt x="9353" y="1"/>
                    <a:pt x="3707" y="3987"/>
                    <a:pt x="1872" y="9021"/>
                  </a:cubicBezTo>
                  <a:cubicBezTo>
                    <a:pt x="0" y="14145"/>
                    <a:pt x="2782" y="18415"/>
                    <a:pt x="8080" y="18559"/>
                  </a:cubicBezTo>
                  <a:cubicBezTo>
                    <a:pt x="8171" y="18561"/>
                    <a:pt x="8262" y="18562"/>
                    <a:pt x="8353" y="18562"/>
                  </a:cubicBezTo>
                  <a:cubicBezTo>
                    <a:pt x="13577" y="18562"/>
                    <a:pt x="19225" y="14576"/>
                    <a:pt x="21059" y="9541"/>
                  </a:cubicBezTo>
                  <a:cubicBezTo>
                    <a:pt x="22931" y="4417"/>
                    <a:pt x="20150" y="148"/>
                    <a:pt x="14851" y="5"/>
                  </a:cubicBezTo>
                  <a:cubicBezTo>
                    <a:pt x="14759" y="2"/>
                    <a:pt x="14668" y="1"/>
                    <a:pt x="145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1000" fill="hold"/>
                                        <p:tgtEl>
                                          <p:spTgt spid="2045"/>
                                        </p:tgtEl>
                                        <p:attrNameLst>
                                          <p:attrName>r</p:attrName>
                                        </p:attrNameLst>
                                      </p:cBhvr>
                                    </p:animRot>
                                  </p:childTnLst>
                                </p:cTn>
                              </p:par>
                              <p:par>
                                <p:cTn id="7" presetID="8" presetClass="emph" presetSubtype="0" fill="hold" nodeType="withEffect">
                                  <p:stCondLst>
                                    <p:cond delay="0"/>
                                  </p:stCondLst>
                                  <p:childTnLst>
                                    <p:animRot by="-21600000">
                                      <p:cBhvr>
                                        <p:cTn id="8" dur="1000" fill="hold"/>
                                        <p:tgtEl>
                                          <p:spTgt spid="2047"/>
                                        </p:tgtEl>
                                        <p:attrNameLst>
                                          <p:attrName>r</p:attrName>
                                        </p:attrNameLst>
                                      </p:cBhvr>
                                    </p:animRot>
                                  </p:childTnLst>
                                </p:cTn>
                              </p:par>
                              <p:par>
                                <p:cTn id="9" presetID="8" presetClass="emph" presetSubtype="0" fill="hold" nodeType="withEffect">
                                  <p:stCondLst>
                                    <p:cond delay="0"/>
                                  </p:stCondLst>
                                  <p:childTnLst>
                                    <p:animRot by="-21600000">
                                      <p:cBhvr>
                                        <p:cTn id="10" dur="1000" fill="hold"/>
                                        <p:tgtEl>
                                          <p:spTgt spid="2055"/>
                                        </p:tgtEl>
                                        <p:attrNameLst>
                                          <p:attrName>r</p:attrName>
                                        </p:attrNameLst>
                                      </p:cBhvr>
                                    </p:animRot>
                                  </p:childTnLst>
                                </p:cTn>
                              </p:par>
                              <p:par>
                                <p:cTn id="11" presetID="8" presetClass="emph" presetSubtype="0" fill="hold" nodeType="withEffect">
                                  <p:stCondLst>
                                    <p:cond delay="0"/>
                                  </p:stCondLst>
                                  <p:childTnLst>
                                    <p:animRot by="-21600000">
                                      <p:cBhvr>
                                        <p:cTn id="12" dur="1000" fill="hold"/>
                                        <p:tgtEl>
                                          <p:spTgt spid="2081"/>
                                        </p:tgtEl>
                                        <p:attrNameLst>
                                          <p:attrName>r</p:attrName>
                                        </p:attrNameLst>
                                      </p:cBhvr>
                                    </p:animRot>
                                  </p:childTnLst>
                                </p:cTn>
                              </p:par>
                              <p:par>
                                <p:cTn id="13" presetID="8" presetClass="emph" presetSubtype="0" fill="hold" nodeType="withEffect">
                                  <p:stCondLst>
                                    <p:cond delay="0"/>
                                  </p:stCondLst>
                                  <p:childTnLst>
                                    <p:animRot by="-21600000">
                                      <p:cBhvr>
                                        <p:cTn id="14" dur="1000" fill="hold"/>
                                        <p:tgtEl>
                                          <p:spTgt spid="2046"/>
                                        </p:tgtEl>
                                        <p:attrNameLst>
                                          <p:attrName>r</p:attrName>
                                        </p:attrNameLst>
                                      </p:cBhvr>
                                    </p:animRot>
                                  </p:childTnLst>
                                </p:cTn>
                              </p:par>
                              <p:par>
                                <p:cTn id="15" presetID="8" presetClass="emph" presetSubtype="0" fill="hold" nodeType="withEffect">
                                  <p:stCondLst>
                                    <p:cond delay="0"/>
                                  </p:stCondLst>
                                  <p:childTnLst>
                                    <p:animRot by="-21600000">
                                      <p:cBhvr>
                                        <p:cTn id="16" dur="10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ounded Rectangle 8">
            <a:extLst>
              <a:ext uri="{FF2B5EF4-FFF2-40B4-BE49-F238E27FC236}">
                <a16:creationId xmlns:a16="http://schemas.microsoft.com/office/drawing/2014/main" id="{519558D5-2CB0-2B9B-F344-D32692C3AD51}"/>
              </a:ext>
            </a:extLst>
          </p:cNvPr>
          <p:cNvSpPr/>
          <p:nvPr/>
        </p:nvSpPr>
        <p:spPr>
          <a:xfrm>
            <a:off x="391080" y="1126062"/>
            <a:ext cx="8321040" cy="1097280"/>
          </a:xfrm>
          <a:prstGeom prst="roundRect">
            <a:avLst/>
          </a:prstGeom>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 name="Titre 7">
            <a:extLst>
              <a:ext uri="{FF2B5EF4-FFF2-40B4-BE49-F238E27FC236}">
                <a16:creationId xmlns:a16="http://schemas.microsoft.com/office/drawing/2014/main" id="{68A39366-74A9-454C-EEB2-796B10E87E7F}"/>
              </a:ext>
            </a:extLst>
          </p:cNvPr>
          <p:cNvSpPr>
            <a:spLocks noGrp="1"/>
          </p:cNvSpPr>
          <p:nvPr>
            <p:ph type="title" idx="6"/>
          </p:nvPr>
        </p:nvSpPr>
        <p:spPr/>
        <p:txBody>
          <a:bodyPr/>
          <a:lstStyle/>
          <a:p>
            <a:r>
              <a:rPr lang="en-US" dirty="0"/>
              <a:t>Architecture technique (MERN)</a:t>
            </a:r>
          </a:p>
        </p:txBody>
      </p:sp>
      <p:sp>
        <p:nvSpPr>
          <p:cNvPr id="2" name="Rounded Rectangle 4">
            <a:extLst>
              <a:ext uri="{FF2B5EF4-FFF2-40B4-BE49-F238E27FC236}">
                <a16:creationId xmlns:a16="http://schemas.microsoft.com/office/drawing/2014/main" id="{53710816-D1E4-3FC6-E452-5860CD037E91}"/>
              </a:ext>
            </a:extLst>
          </p:cNvPr>
          <p:cNvSpPr/>
          <p:nvPr/>
        </p:nvSpPr>
        <p:spPr>
          <a:xfrm>
            <a:off x="640079" y="1329678"/>
            <a:ext cx="3219121" cy="640080"/>
          </a:xfrm>
          <a:prstGeom prst="roundRect">
            <a:avLst/>
          </a:prstGeom>
          <a:solidFill>
            <a:srgbClr val="585BC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 name="TextBox 5">
            <a:extLst>
              <a:ext uri="{FF2B5EF4-FFF2-40B4-BE49-F238E27FC236}">
                <a16:creationId xmlns:a16="http://schemas.microsoft.com/office/drawing/2014/main" id="{BBD1B9E1-ABA1-49C0-3B0D-8E1466B355E2}"/>
              </a:ext>
            </a:extLst>
          </p:cNvPr>
          <p:cNvSpPr txBox="1"/>
          <p:nvPr/>
        </p:nvSpPr>
        <p:spPr>
          <a:xfrm>
            <a:off x="758952" y="1480662"/>
            <a:ext cx="2514600" cy="36576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500" b="1">
                <a:solidFill>
                  <a:srgbClr val="FFFFFF"/>
                </a:solidFill>
              </a:defRPr>
            </a:pPr>
            <a:r>
              <a:rPr dirty="0"/>
              <a:t>Frontend — React.js</a:t>
            </a:r>
          </a:p>
        </p:txBody>
      </p:sp>
      <p:sp>
        <p:nvSpPr>
          <p:cNvPr id="4" name="TextBox 6">
            <a:extLst>
              <a:ext uri="{FF2B5EF4-FFF2-40B4-BE49-F238E27FC236}">
                <a16:creationId xmlns:a16="http://schemas.microsoft.com/office/drawing/2014/main" id="{755375FF-D3EA-0227-5630-E0A167C1D10D}"/>
              </a:ext>
            </a:extLst>
          </p:cNvPr>
          <p:cNvSpPr txBox="1"/>
          <p:nvPr/>
        </p:nvSpPr>
        <p:spPr>
          <a:xfrm>
            <a:off x="4087800" y="1399734"/>
            <a:ext cx="4559520" cy="46166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00">
                <a:solidFill>
                  <a:srgbClr val="242730"/>
                </a:solidFill>
              </a:defRPr>
            </a:pPr>
            <a:r>
              <a:rPr dirty="0"/>
              <a:t>Interface responsive</a:t>
            </a:r>
            <a:r>
              <a:rPr lang="fr-FR" dirty="0"/>
              <a:t>, appel à l’API</a:t>
            </a:r>
            <a:r>
              <a:rPr dirty="0"/>
              <a:t/>
            </a:r>
            <a:br>
              <a:rPr dirty="0"/>
            </a:br>
            <a:r>
              <a:rPr dirty="0"/>
              <a:t>React Router • Axios</a:t>
            </a:r>
          </a:p>
        </p:txBody>
      </p:sp>
      <p:cxnSp>
        <p:nvCxnSpPr>
          <p:cNvPr id="5" name="Connector 7">
            <a:extLst>
              <a:ext uri="{FF2B5EF4-FFF2-40B4-BE49-F238E27FC236}">
                <a16:creationId xmlns:a16="http://schemas.microsoft.com/office/drawing/2014/main" id="{A9EBC656-9987-6E48-CC0C-E17C74A3C911}"/>
              </a:ext>
            </a:extLst>
          </p:cNvPr>
          <p:cNvCxnSpPr>
            <a:cxnSpLocks/>
            <a:endCxn id="6" idx="0"/>
          </p:cNvCxnSpPr>
          <p:nvPr/>
        </p:nvCxnSpPr>
        <p:spPr>
          <a:xfrm>
            <a:off x="4572000" y="2223342"/>
            <a:ext cx="0" cy="325584"/>
          </a:xfrm>
          <a:prstGeom prst="line">
            <a:avLst/>
          </a:prstGeom>
          <a:ln w="19050">
            <a:solidFill>
              <a:srgbClr val="666973"/>
            </a:solidFill>
          </a:ln>
        </p:spPr>
        <p:style>
          <a:lnRef idx="2">
            <a:schemeClr val="accent1"/>
          </a:lnRef>
          <a:fillRef idx="0">
            <a:schemeClr val="accent1"/>
          </a:fillRef>
          <a:effectRef idx="1">
            <a:schemeClr val="accent1"/>
          </a:effectRef>
          <a:fontRef idx="minor">
            <a:schemeClr val="tx1"/>
          </a:fontRef>
        </p:style>
      </p:cxnSp>
      <p:sp>
        <p:nvSpPr>
          <p:cNvPr id="6" name="Rounded Rectangle 8">
            <a:extLst>
              <a:ext uri="{FF2B5EF4-FFF2-40B4-BE49-F238E27FC236}">
                <a16:creationId xmlns:a16="http://schemas.microsoft.com/office/drawing/2014/main" id="{C2E11207-DCB5-20C1-D4BD-278236A9D98D}"/>
              </a:ext>
            </a:extLst>
          </p:cNvPr>
          <p:cNvSpPr/>
          <p:nvPr/>
        </p:nvSpPr>
        <p:spPr>
          <a:xfrm>
            <a:off x="411480" y="2548926"/>
            <a:ext cx="8321040" cy="1097280"/>
          </a:xfrm>
          <a:prstGeom prst="roundRect">
            <a:avLst/>
          </a:prstGeom>
          <a:solidFill>
            <a:srgbClr val="FFFFFF"/>
          </a:solidFill>
          <a:ln w="25400">
            <a:solidFill>
              <a:srgbClr val="D36799"/>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 name="Rounded Rectangle 9">
            <a:extLst>
              <a:ext uri="{FF2B5EF4-FFF2-40B4-BE49-F238E27FC236}">
                <a16:creationId xmlns:a16="http://schemas.microsoft.com/office/drawing/2014/main" id="{7B3AC632-38CF-5E5B-591A-93D0AF9692B1}"/>
              </a:ext>
            </a:extLst>
          </p:cNvPr>
          <p:cNvSpPr/>
          <p:nvPr/>
        </p:nvSpPr>
        <p:spPr>
          <a:xfrm>
            <a:off x="640079" y="2752038"/>
            <a:ext cx="3219121" cy="640080"/>
          </a:xfrm>
          <a:prstGeom prst="roundRect">
            <a:avLst/>
          </a:prstGeom>
          <a:solidFill>
            <a:srgbClr val="D3679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 name="TextBox 10">
            <a:extLst>
              <a:ext uri="{FF2B5EF4-FFF2-40B4-BE49-F238E27FC236}">
                <a16:creationId xmlns:a16="http://schemas.microsoft.com/office/drawing/2014/main" id="{D951CD54-3338-3100-AF1D-FDE8E87D24B7}"/>
              </a:ext>
            </a:extLst>
          </p:cNvPr>
          <p:cNvSpPr txBox="1"/>
          <p:nvPr/>
        </p:nvSpPr>
        <p:spPr>
          <a:xfrm>
            <a:off x="758952" y="2903022"/>
            <a:ext cx="3100248" cy="32316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500" b="1">
                <a:solidFill>
                  <a:srgbClr val="FFFFFF"/>
                </a:solidFill>
              </a:defRPr>
            </a:pPr>
            <a:r>
              <a:rPr dirty="0"/>
              <a:t>Backend — Node.js / Express.js</a:t>
            </a:r>
          </a:p>
        </p:txBody>
      </p:sp>
      <p:sp>
        <p:nvSpPr>
          <p:cNvPr id="10" name="TextBox 11">
            <a:extLst>
              <a:ext uri="{FF2B5EF4-FFF2-40B4-BE49-F238E27FC236}">
                <a16:creationId xmlns:a16="http://schemas.microsoft.com/office/drawing/2014/main" id="{0E14AE86-2483-2301-9ECC-512B0D764523}"/>
              </a:ext>
            </a:extLst>
          </p:cNvPr>
          <p:cNvSpPr txBox="1"/>
          <p:nvPr/>
        </p:nvSpPr>
        <p:spPr>
          <a:xfrm>
            <a:off x="4168800" y="2836494"/>
            <a:ext cx="4563720" cy="46166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00">
                <a:solidFill>
                  <a:srgbClr val="242730"/>
                </a:solidFill>
              </a:defRPr>
            </a:pPr>
            <a:r>
              <a:rPr dirty="0"/>
              <a:t>API REST</a:t>
            </a:r>
            <a:br>
              <a:rPr dirty="0"/>
            </a:br>
            <a:r>
              <a:rPr dirty="0" err="1"/>
              <a:t>Logique</a:t>
            </a:r>
            <a:r>
              <a:rPr dirty="0"/>
              <a:t> métier • JWT • </a:t>
            </a:r>
            <a:r>
              <a:rPr lang="fr-FR" dirty="0"/>
              <a:t>gestion des </a:t>
            </a:r>
            <a:r>
              <a:rPr dirty="0" err="1"/>
              <a:t>rôles</a:t>
            </a:r>
            <a:endParaRPr dirty="0"/>
          </a:p>
        </p:txBody>
      </p:sp>
      <p:cxnSp>
        <p:nvCxnSpPr>
          <p:cNvPr id="11" name="Connector 12">
            <a:extLst>
              <a:ext uri="{FF2B5EF4-FFF2-40B4-BE49-F238E27FC236}">
                <a16:creationId xmlns:a16="http://schemas.microsoft.com/office/drawing/2014/main" id="{8EE015F5-4162-34AA-2539-08411BECDEB3}"/>
              </a:ext>
            </a:extLst>
          </p:cNvPr>
          <p:cNvCxnSpPr>
            <a:cxnSpLocks/>
            <a:stCxn id="6" idx="2"/>
          </p:cNvCxnSpPr>
          <p:nvPr/>
        </p:nvCxnSpPr>
        <p:spPr>
          <a:xfrm>
            <a:off x="4572000" y="3646206"/>
            <a:ext cx="0" cy="240048"/>
          </a:xfrm>
          <a:prstGeom prst="line">
            <a:avLst/>
          </a:prstGeom>
          <a:ln w="19050">
            <a:solidFill>
              <a:srgbClr val="666973"/>
            </a:solidFill>
          </a:ln>
        </p:spPr>
        <p:style>
          <a:lnRef idx="2">
            <a:schemeClr val="accent1"/>
          </a:lnRef>
          <a:fillRef idx="0">
            <a:schemeClr val="accent1"/>
          </a:fillRef>
          <a:effectRef idx="1">
            <a:schemeClr val="accent1"/>
          </a:effectRef>
          <a:fontRef idx="minor">
            <a:schemeClr val="tx1"/>
          </a:fontRef>
        </p:style>
      </p:cxnSp>
      <p:sp>
        <p:nvSpPr>
          <p:cNvPr id="12" name="Rounded Rectangle 13">
            <a:extLst>
              <a:ext uri="{FF2B5EF4-FFF2-40B4-BE49-F238E27FC236}">
                <a16:creationId xmlns:a16="http://schemas.microsoft.com/office/drawing/2014/main" id="{4D4085D9-69A4-74CE-1934-C4C4D908D175}"/>
              </a:ext>
            </a:extLst>
          </p:cNvPr>
          <p:cNvSpPr/>
          <p:nvPr/>
        </p:nvSpPr>
        <p:spPr>
          <a:xfrm>
            <a:off x="411480" y="3913686"/>
            <a:ext cx="8321040" cy="1097280"/>
          </a:xfrm>
          <a:prstGeom prst="roundRect">
            <a:avLst/>
          </a:prstGeom>
          <a:solidFill>
            <a:srgbClr val="FFFFFF"/>
          </a:solidFill>
          <a:ln w="25400">
            <a:solidFill>
              <a:srgbClr val="A6C989"/>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3" name="Rounded Rectangle 14">
            <a:extLst>
              <a:ext uri="{FF2B5EF4-FFF2-40B4-BE49-F238E27FC236}">
                <a16:creationId xmlns:a16="http://schemas.microsoft.com/office/drawing/2014/main" id="{64D4365F-2C85-EA4D-B6FE-FF1C3CE7706E}"/>
              </a:ext>
            </a:extLst>
          </p:cNvPr>
          <p:cNvSpPr/>
          <p:nvPr/>
        </p:nvSpPr>
        <p:spPr>
          <a:xfrm>
            <a:off x="640080" y="4145598"/>
            <a:ext cx="3219120" cy="640080"/>
          </a:xfrm>
          <a:prstGeom prst="roundRect">
            <a:avLst/>
          </a:prstGeom>
          <a:solidFill>
            <a:srgbClr val="A6C989"/>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5">
            <a:extLst>
              <a:ext uri="{FF2B5EF4-FFF2-40B4-BE49-F238E27FC236}">
                <a16:creationId xmlns:a16="http://schemas.microsoft.com/office/drawing/2014/main" id="{BF8F24F1-C51A-F100-A152-D21AC6A6792C}"/>
              </a:ext>
            </a:extLst>
          </p:cNvPr>
          <p:cNvSpPr txBox="1"/>
          <p:nvPr/>
        </p:nvSpPr>
        <p:spPr>
          <a:xfrm>
            <a:off x="758952" y="4289382"/>
            <a:ext cx="2514600" cy="36576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500" b="1">
                <a:solidFill>
                  <a:srgbClr val="FFFFFF"/>
                </a:solidFill>
              </a:defRPr>
            </a:pPr>
            <a:r>
              <a:rPr dirty="0"/>
              <a:t>Database — MongoDB</a:t>
            </a:r>
          </a:p>
        </p:txBody>
      </p:sp>
      <p:sp>
        <p:nvSpPr>
          <p:cNvPr id="15" name="TextBox 16">
            <a:extLst>
              <a:ext uri="{FF2B5EF4-FFF2-40B4-BE49-F238E27FC236}">
                <a16:creationId xmlns:a16="http://schemas.microsoft.com/office/drawing/2014/main" id="{6B576BD4-8724-877B-4D61-D54731311DFA}"/>
              </a:ext>
            </a:extLst>
          </p:cNvPr>
          <p:cNvSpPr txBox="1"/>
          <p:nvPr/>
        </p:nvSpPr>
        <p:spPr>
          <a:xfrm>
            <a:off x="4168800" y="4215653"/>
            <a:ext cx="4563720" cy="46166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1200">
                <a:solidFill>
                  <a:srgbClr val="242730"/>
                </a:solidFill>
              </a:defRPr>
            </a:pPr>
            <a:r>
              <a:rPr dirty="0"/>
              <a:t>Mongoose</a:t>
            </a:r>
            <a:br>
              <a:rPr dirty="0"/>
            </a:br>
            <a:r>
              <a:rPr dirty="0"/>
              <a:t>Collections : users, products, categories, orders, payments</a:t>
            </a:r>
          </a:p>
        </p:txBody>
      </p:sp>
    </p:spTree>
    <p:extLst>
      <p:ext uri="{BB962C8B-B14F-4D97-AF65-F5344CB8AC3E}">
        <p14:creationId xmlns:p14="http://schemas.microsoft.com/office/powerpoint/2010/main" val="1787411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96"/>
        <p:cNvGrpSpPr/>
        <p:nvPr/>
      </p:nvGrpSpPr>
      <p:grpSpPr>
        <a:xfrm>
          <a:off x="0" y="0"/>
          <a:ext cx="0" cy="0"/>
          <a:chOff x="0" y="0"/>
          <a:chExt cx="0" cy="0"/>
        </a:xfrm>
      </p:grpSpPr>
      <p:sp>
        <p:nvSpPr>
          <p:cNvPr id="2997" name="Google Shape;2997;p98"/>
          <p:cNvSpPr/>
          <p:nvPr/>
        </p:nvSpPr>
        <p:spPr>
          <a:xfrm rot="-4254030">
            <a:off x="6172678" y="1531765"/>
            <a:ext cx="4385703" cy="2735710"/>
          </a:xfrm>
          <a:custGeom>
            <a:avLst/>
            <a:gdLst/>
            <a:ahLst/>
            <a:cxnLst/>
            <a:rect l="l" t="t" r="r" b="b"/>
            <a:pathLst>
              <a:path w="280968" h="175262" extrusionOk="0">
                <a:moveTo>
                  <a:pt x="92655" y="1"/>
                </a:moveTo>
                <a:cubicBezTo>
                  <a:pt x="86776" y="1"/>
                  <a:pt x="80138" y="422"/>
                  <a:pt x="72579" y="1423"/>
                </a:cubicBezTo>
                <a:cubicBezTo>
                  <a:pt x="33600" y="6582"/>
                  <a:pt x="1645" y="28443"/>
                  <a:pt x="780" y="98934"/>
                </a:cubicBezTo>
                <a:cubicBezTo>
                  <a:pt x="0" y="162463"/>
                  <a:pt x="54837" y="175261"/>
                  <a:pt x="99154" y="175261"/>
                </a:cubicBezTo>
                <a:cubicBezTo>
                  <a:pt x="129061" y="175261"/>
                  <a:pt x="154177" y="169432"/>
                  <a:pt x="154177" y="169432"/>
                </a:cubicBezTo>
                <a:cubicBezTo>
                  <a:pt x="154177" y="169432"/>
                  <a:pt x="280967" y="147275"/>
                  <a:pt x="267993" y="81444"/>
                </a:cubicBezTo>
                <a:cubicBezTo>
                  <a:pt x="267282" y="77832"/>
                  <a:pt x="260023" y="33652"/>
                  <a:pt x="190079" y="26478"/>
                </a:cubicBezTo>
                <a:cubicBezTo>
                  <a:pt x="139164" y="21255"/>
                  <a:pt x="143064" y="12738"/>
                  <a:pt x="131984" y="8200"/>
                </a:cubicBezTo>
                <a:cubicBezTo>
                  <a:pt x="123301" y="4645"/>
                  <a:pt x="112160" y="1"/>
                  <a:pt x="926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98"/>
          <p:cNvSpPr txBox="1">
            <a:spLocks noGrp="1"/>
          </p:cNvSpPr>
          <p:nvPr>
            <p:ph type="title"/>
          </p:nvPr>
        </p:nvSpPr>
        <p:spPr>
          <a:xfrm>
            <a:off x="713225" y="201100"/>
            <a:ext cx="7717500"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Plane de L’application</a:t>
            </a:r>
            <a:endParaRPr dirty="0"/>
          </a:p>
        </p:txBody>
      </p:sp>
      <p:sp>
        <p:nvSpPr>
          <p:cNvPr id="2999" name="Google Shape;2999;p98"/>
          <p:cNvSpPr/>
          <p:nvPr/>
        </p:nvSpPr>
        <p:spPr>
          <a:xfrm>
            <a:off x="1123732" y="2826030"/>
            <a:ext cx="1326186" cy="543239"/>
          </a:xfrm>
          <a:custGeom>
            <a:avLst/>
            <a:gdLst/>
            <a:ahLst/>
            <a:cxnLst/>
            <a:rect l="l" t="t" r="r" b="b"/>
            <a:pathLst>
              <a:path w="65726" h="26923" extrusionOk="0">
                <a:moveTo>
                  <a:pt x="0" y="0"/>
                </a:moveTo>
                <a:lnTo>
                  <a:pt x="10782" y="13477"/>
                </a:lnTo>
                <a:lnTo>
                  <a:pt x="0" y="26923"/>
                </a:lnTo>
                <a:lnTo>
                  <a:pt x="54943" y="26923"/>
                </a:lnTo>
                <a:lnTo>
                  <a:pt x="65725" y="13477"/>
                </a:lnTo>
                <a:lnTo>
                  <a:pt x="549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98"/>
          <p:cNvSpPr/>
          <p:nvPr/>
        </p:nvSpPr>
        <p:spPr>
          <a:xfrm>
            <a:off x="2206467" y="2826030"/>
            <a:ext cx="1326812" cy="543239"/>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98"/>
          <p:cNvSpPr/>
          <p:nvPr/>
        </p:nvSpPr>
        <p:spPr>
          <a:xfrm>
            <a:off x="3331438" y="2826030"/>
            <a:ext cx="1326812" cy="543239"/>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98"/>
          <p:cNvSpPr/>
          <p:nvPr/>
        </p:nvSpPr>
        <p:spPr>
          <a:xfrm>
            <a:off x="4436229" y="2826030"/>
            <a:ext cx="1326186" cy="543239"/>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98"/>
          <p:cNvSpPr/>
          <p:nvPr/>
        </p:nvSpPr>
        <p:spPr>
          <a:xfrm rot="-358812">
            <a:off x="7071296" y="1551556"/>
            <a:ext cx="2578386" cy="3251753"/>
          </a:xfrm>
          <a:custGeom>
            <a:avLst/>
            <a:gdLst/>
            <a:ahLst/>
            <a:cxnLst/>
            <a:rect l="l" t="t" r="r" b="b"/>
            <a:pathLst>
              <a:path w="110389" h="139218" extrusionOk="0">
                <a:moveTo>
                  <a:pt x="109392" y="20761"/>
                </a:moveTo>
                <a:cubicBezTo>
                  <a:pt x="110388" y="17897"/>
                  <a:pt x="107327" y="15198"/>
                  <a:pt x="105713" y="13621"/>
                </a:cubicBezTo>
                <a:cubicBezTo>
                  <a:pt x="103468" y="11426"/>
                  <a:pt x="102131" y="11015"/>
                  <a:pt x="102131" y="11015"/>
                </a:cubicBezTo>
                <a:lnTo>
                  <a:pt x="49447" y="767"/>
                </a:lnTo>
                <a:cubicBezTo>
                  <a:pt x="45536" y="0"/>
                  <a:pt x="41263" y="2461"/>
                  <a:pt x="39913" y="6257"/>
                </a:cubicBezTo>
                <a:lnTo>
                  <a:pt x="942" y="116582"/>
                </a:lnTo>
                <a:cubicBezTo>
                  <a:pt x="0" y="118474"/>
                  <a:pt x="1441" y="126254"/>
                  <a:pt x="4334" y="127566"/>
                </a:cubicBezTo>
                <a:lnTo>
                  <a:pt x="59897" y="138451"/>
                </a:lnTo>
                <a:cubicBezTo>
                  <a:pt x="63808" y="139217"/>
                  <a:pt x="68081" y="136757"/>
                  <a:pt x="69431" y="132961"/>
                </a:cubicBezTo>
                <a:cubicBezTo>
                  <a:pt x="69431" y="132961"/>
                  <a:pt x="104779" y="34029"/>
                  <a:pt x="109392" y="2076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98"/>
          <p:cNvSpPr/>
          <p:nvPr/>
        </p:nvSpPr>
        <p:spPr>
          <a:xfrm rot="-358812">
            <a:off x="7057981" y="1549616"/>
            <a:ext cx="2485728" cy="3143469"/>
          </a:xfrm>
          <a:custGeom>
            <a:avLst/>
            <a:gdLst/>
            <a:ahLst/>
            <a:cxnLst/>
            <a:rect l="l" t="t" r="r" b="b"/>
            <a:pathLst>
              <a:path w="106422" h="134582" extrusionOk="0">
                <a:moveTo>
                  <a:pt x="105169" y="18473"/>
                </a:moveTo>
                <a:cubicBezTo>
                  <a:pt x="106422" y="14952"/>
                  <a:pt x="104493" y="11516"/>
                  <a:pt x="100867" y="10806"/>
                </a:cubicBezTo>
                <a:lnTo>
                  <a:pt x="49341" y="711"/>
                </a:lnTo>
                <a:cubicBezTo>
                  <a:pt x="45715" y="0"/>
                  <a:pt x="41752" y="2281"/>
                  <a:pt x="40500" y="5803"/>
                </a:cubicBezTo>
                <a:lnTo>
                  <a:pt x="1253" y="116110"/>
                </a:lnTo>
                <a:cubicBezTo>
                  <a:pt x="0" y="119630"/>
                  <a:pt x="1929" y="123065"/>
                  <a:pt x="5555" y="123776"/>
                </a:cubicBezTo>
                <a:lnTo>
                  <a:pt x="57081" y="133871"/>
                </a:lnTo>
                <a:cubicBezTo>
                  <a:pt x="60707" y="134581"/>
                  <a:pt x="64670" y="132300"/>
                  <a:pt x="65921" y="12878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98"/>
          <p:cNvSpPr/>
          <p:nvPr/>
        </p:nvSpPr>
        <p:spPr>
          <a:xfrm rot="-358812">
            <a:off x="7256762" y="1710241"/>
            <a:ext cx="2127988" cy="2604663"/>
          </a:xfrm>
          <a:custGeom>
            <a:avLst/>
            <a:gdLst/>
            <a:ahLst/>
            <a:cxnLst/>
            <a:rect l="l" t="t" r="r" b="b"/>
            <a:pathLst>
              <a:path w="91106" h="111514" extrusionOk="0">
                <a:moveTo>
                  <a:pt x="89968" y="16409"/>
                </a:moveTo>
                <a:cubicBezTo>
                  <a:pt x="91105" y="13213"/>
                  <a:pt x="89355" y="10094"/>
                  <a:pt x="86062" y="9449"/>
                </a:cubicBezTo>
                <a:lnTo>
                  <a:pt x="41129" y="645"/>
                </a:lnTo>
                <a:cubicBezTo>
                  <a:pt x="37836" y="0"/>
                  <a:pt x="34239" y="2072"/>
                  <a:pt x="33100" y="5268"/>
                </a:cubicBezTo>
                <a:lnTo>
                  <a:pt x="1137" y="95103"/>
                </a:lnTo>
                <a:cubicBezTo>
                  <a:pt x="0" y="98299"/>
                  <a:pt x="1751" y="101420"/>
                  <a:pt x="5044" y="102065"/>
                </a:cubicBezTo>
                <a:lnTo>
                  <a:pt x="49977" y="110868"/>
                </a:lnTo>
                <a:cubicBezTo>
                  <a:pt x="53271" y="111513"/>
                  <a:pt x="56868" y="109442"/>
                  <a:pt x="58005" y="10624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98"/>
          <p:cNvSpPr/>
          <p:nvPr/>
        </p:nvSpPr>
        <p:spPr>
          <a:xfrm rot="-358812">
            <a:off x="7842626" y="4270621"/>
            <a:ext cx="245041" cy="238571"/>
          </a:xfrm>
          <a:custGeom>
            <a:avLst/>
            <a:gdLst/>
            <a:ahLst/>
            <a:cxnLst/>
            <a:rect l="l" t="t" r="r" b="b"/>
            <a:pathLst>
              <a:path w="10491" h="10214" extrusionOk="0">
                <a:moveTo>
                  <a:pt x="6498" y="1"/>
                </a:moveTo>
                <a:cubicBezTo>
                  <a:pt x="4971" y="1"/>
                  <a:pt x="3320" y="755"/>
                  <a:pt x="2097" y="2167"/>
                </a:cubicBezTo>
                <a:cubicBezTo>
                  <a:pt x="100" y="4472"/>
                  <a:pt x="1" y="7659"/>
                  <a:pt x="1875" y="9283"/>
                </a:cubicBezTo>
                <a:cubicBezTo>
                  <a:pt x="2580" y="9893"/>
                  <a:pt x="3495" y="10214"/>
                  <a:pt x="4489" y="10214"/>
                </a:cubicBezTo>
                <a:cubicBezTo>
                  <a:pt x="4766" y="10214"/>
                  <a:pt x="5049" y="10189"/>
                  <a:pt x="5335" y="10139"/>
                </a:cubicBezTo>
                <a:cubicBezTo>
                  <a:pt x="6650" y="9907"/>
                  <a:pt x="7926" y="9156"/>
                  <a:pt x="8886" y="8048"/>
                </a:cubicBezTo>
                <a:cubicBezTo>
                  <a:pt x="9845" y="6941"/>
                  <a:pt x="10407" y="5569"/>
                  <a:pt x="10449" y="4235"/>
                </a:cubicBezTo>
                <a:cubicBezTo>
                  <a:pt x="10490" y="2901"/>
                  <a:pt x="10008" y="1713"/>
                  <a:pt x="9108" y="932"/>
                </a:cubicBezTo>
                <a:cubicBezTo>
                  <a:pt x="8381" y="303"/>
                  <a:pt x="7465" y="1"/>
                  <a:pt x="64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12" name="Google Shape;3012;p98"/>
          <p:cNvGrpSpPr/>
          <p:nvPr/>
        </p:nvGrpSpPr>
        <p:grpSpPr>
          <a:xfrm>
            <a:off x="6194965" y="1219779"/>
            <a:ext cx="3002294" cy="2591440"/>
            <a:chOff x="6271165" y="1219779"/>
            <a:chExt cx="3002294" cy="2591440"/>
          </a:xfrm>
        </p:grpSpPr>
        <p:sp>
          <p:nvSpPr>
            <p:cNvPr id="3013" name="Google Shape;3013;p98"/>
            <p:cNvSpPr/>
            <p:nvPr/>
          </p:nvSpPr>
          <p:spPr>
            <a:xfrm>
              <a:off x="6339861" y="2668438"/>
              <a:ext cx="592643" cy="144046"/>
            </a:xfrm>
            <a:custGeom>
              <a:avLst/>
              <a:gdLst/>
              <a:ahLst/>
              <a:cxnLst/>
              <a:rect l="l" t="t" r="r" b="b"/>
              <a:pathLst>
                <a:path w="23690" h="5758" extrusionOk="0">
                  <a:moveTo>
                    <a:pt x="1" y="1"/>
                  </a:moveTo>
                  <a:lnTo>
                    <a:pt x="1" y="5758"/>
                  </a:lnTo>
                  <a:lnTo>
                    <a:pt x="23689" y="5758"/>
                  </a:lnTo>
                  <a:lnTo>
                    <a:pt x="23689"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98"/>
            <p:cNvSpPr/>
            <p:nvPr/>
          </p:nvSpPr>
          <p:spPr>
            <a:xfrm>
              <a:off x="6636186" y="2668438"/>
              <a:ext cx="296321" cy="144046"/>
            </a:xfrm>
            <a:custGeom>
              <a:avLst/>
              <a:gdLst/>
              <a:ahLst/>
              <a:cxnLst/>
              <a:rect l="l" t="t" r="r" b="b"/>
              <a:pathLst>
                <a:path w="11845" h="5758" extrusionOk="0">
                  <a:moveTo>
                    <a:pt x="0" y="1"/>
                  </a:moveTo>
                  <a:lnTo>
                    <a:pt x="0" y="5758"/>
                  </a:lnTo>
                  <a:lnTo>
                    <a:pt x="11844" y="5758"/>
                  </a:lnTo>
                  <a:lnTo>
                    <a:pt x="1184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98"/>
            <p:cNvSpPr/>
            <p:nvPr/>
          </p:nvSpPr>
          <p:spPr>
            <a:xfrm>
              <a:off x="6341037" y="2214577"/>
              <a:ext cx="590341" cy="407820"/>
            </a:xfrm>
            <a:custGeom>
              <a:avLst/>
              <a:gdLst/>
              <a:ahLst/>
              <a:cxnLst/>
              <a:rect l="l" t="t" r="r" b="b"/>
              <a:pathLst>
                <a:path w="23598" h="16302" extrusionOk="0">
                  <a:moveTo>
                    <a:pt x="11798" y="0"/>
                  </a:moveTo>
                  <a:cubicBezTo>
                    <a:pt x="5293" y="0"/>
                    <a:pt x="0" y="5293"/>
                    <a:pt x="0" y="11798"/>
                  </a:cubicBezTo>
                  <a:lnTo>
                    <a:pt x="0" y="16301"/>
                  </a:lnTo>
                  <a:lnTo>
                    <a:pt x="23597" y="16301"/>
                  </a:lnTo>
                  <a:lnTo>
                    <a:pt x="23597" y="11798"/>
                  </a:lnTo>
                  <a:cubicBezTo>
                    <a:pt x="23597" y="5293"/>
                    <a:pt x="18304" y="0"/>
                    <a:pt x="1179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98"/>
            <p:cNvSpPr/>
            <p:nvPr/>
          </p:nvSpPr>
          <p:spPr>
            <a:xfrm>
              <a:off x="6636186" y="2214577"/>
              <a:ext cx="295196" cy="407820"/>
            </a:xfrm>
            <a:custGeom>
              <a:avLst/>
              <a:gdLst/>
              <a:ahLst/>
              <a:cxnLst/>
              <a:rect l="l" t="t" r="r" b="b"/>
              <a:pathLst>
                <a:path w="11800" h="16302" extrusionOk="0">
                  <a:moveTo>
                    <a:pt x="0" y="0"/>
                  </a:moveTo>
                  <a:lnTo>
                    <a:pt x="0" y="16301"/>
                  </a:lnTo>
                  <a:lnTo>
                    <a:pt x="11799" y="16301"/>
                  </a:lnTo>
                  <a:lnTo>
                    <a:pt x="11799" y="11798"/>
                  </a:lnTo>
                  <a:cubicBezTo>
                    <a:pt x="11799" y="5293"/>
                    <a:pt x="6506" y="0"/>
                    <a:pt x="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98"/>
            <p:cNvSpPr/>
            <p:nvPr/>
          </p:nvSpPr>
          <p:spPr>
            <a:xfrm>
              <a:off x="6271165" y="2500572"/>
              <a:ext cx="730084" cy="197456"/>
            </a:xfrm>
            <a:custGeom>
              <a:avLst/>
              <a:gdLst/>
              <a:ahLst/>
              <a:cxnLst/>
              <a:rect l="l" t="t" r="r" b="b"/>
              <a:pathLst>
                <a:path w="29184" h="7893" extrusionOk="0">
                  <a:moveTo>
                    <a:pt x="3945" y="0"/>
                  </a:moveTo>
                  <a:cubicBezTo>
                    <a:pt x="1770" y="0"/>
                    <a:pt x="0" y="1770"/>
                    <a:pt x="0" y="3947"/>
                  </a:cubicBezTo>
                  <a:cubicBezTo>
                    <a:pt x="0" y="6123"/>
                    <a:pt x="1770" y="7892"/>
                    <a:pt x="3945" y="7892"/>
                  </a:cubicBezTo>
                  <a:lnTo>
                    <a:pt x="25237" y="7892"/>
                  </a:lnTo>
                  <a:cubicBezTo>
                    <a:pt x="27414" y="7892"/>
                    <a:pt x="29183" y="6123"/>
                    <a:pt x="29183" y="3947"/>
                  </a:cubicBezTo>
                  <a:cubicBezTo>
                    <a:pt x="29183" y="1770"/>
                    <a:pt x="27414" y="0"/>
                    <a:pt x="252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98"/>
            <p:cNvSpPr/>
            <p:nvPr/>
          </p:nvSpPr>
          <p:spPr>
            <a:xfrm>
              <a:off x="6730300" y="2368081"/>
              <a:ext cx="42803" cy="42803"/>
            </a:xfrm>
            <a:custGeom>
              <a:avLst/>
              <a:gdLst/>
              <a:ahLst/>
              <a:cxnLst/>
              <a:rect l="l" t="t" r="r" b="b"/>
              <a:pathLst>
                <a:path w="1711" h="1711" extrusionOk="0">
                  <a:moveTo>
                    <a:pt x="1" y="0"/>
                  </a:moveTo>
                  <a:lnTo>
                    <a:pt x="1" y="1711"/>
                  </a:lnTo>
                  <a:lnTo>
                    <a:pt x="1711" y="1711"/>
                  </a:lnTo>
                  <a:lnTo>
                    <a:pt x="17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98"/>
            <p:cNvSpPr/>
            <p:nvPr/>
          </p:nvSpPr>
          <p:spPr>
            <a:xfrm>
              <a:off x="6614772" y="2292003"/>
              <a:ext cx="42828" cy="42803"/>
            </a:xfrm>
            <a:custGeom>
              <a:avLst/>
              <a:gdLst/>
              <a:ahLst/>
              <a:cxnLst/>
              <a:rect l="l" t="t" r="r" b="b"/>
              <a:pathLst>
                <a:path w="1712" h="1711" extrusionOk="0">
                  <a:moveTo>
                    <a:pt x="1" y="1"/>
                  </a:moveTo>
                  <a:lnTo>
                    <a:pt x="1" y="1711"/>
                  </a:lnTo>
                  <a:lnTo>
                    <a:pt x="1711" y="1711"/>
                  </a:lnTo>
                  <a:lnTo>
                    <a:pt x="17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98"/>
            <p:cNvSpPr/>
            <p:nvPr/>
          </p:nvSpPr>
          <p:spPr>
            <a:xfrm>
              <a:off x="6636186" y="2292003"/>
              <a:ext cx="21414" cy="42803"/>
            </a:xfrm>
            <a:custGeom>
              <a:avLst/>
              <a:gdLst/>
              <a:ahLst/>
              <a:cxnLst/>
              <a:rect l="l" t="t" r="r" b="b"/>
              <a:pathLst>
                <a:path w="856" h="1711" extrusionOk="0">
                  <a:moveTo>
                    <a:pt x="0" y="1"/>
                  </a:moveTo>
                  <a:lnTo>
                    <a:pt x="0" y="1711"/>
                  </a:lnTo>
                  <a:lnTo>
                    <a:pt x="855" y="1711"/>
                  </a:lnTo>
                  <a:lnTo>
                    <a:pt x="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98"/>
            <p:cNvSpPr/>
            <p:nvPr/>
          </p:nvSpPr>
          <p:spPr>
            <a:xfrm rot="-358812">
              <a:off x="6918615" y="1271970"/>
              <a:ext cx="1057034" cy="1055632"/>
            </a:xfrm>
            <a:custGeom>
              <a:avLst/>
              <a:gdLst/>
              <a:ahLst/>
              <a:cxnLst/>
              <a:rect l="l" t="t" r="r" b="b"/>
              <a:pathLst>
                <a:path w="45255" h="45195" extrusionOk="0">
                  <a:moveTo>
                    <a:pt x="38984" y="17864"/>
                  </a:moveTo>
                  <a:cubicBezTo>
                    <a:pt x="38984" y="17864"/>
                    <a:pt x="41221" y="7674"/>
                    <a:pt x="29690" y="7260"/>
                  </a:cubicBezTo>
                  <a:cubicBezTo>
                    <a:pt x="21762" y="6975"/>
                    <a:pt x="15137" y="4268"/>
                    <a:pt x="11635" y="2134"/>
                  </a:cubicBezTo>
                  <a:cubicBezTo>
                    <a:pt x="8131" y="1"/>
                    <a:pt x="3796" y="5139"/>
                    <a:pt x="9751" y="8597"/>
                  </a:cubicBezTo>
                  <a:cubicBezTo>
                    <a:pt x="9751" y="8597"/>
                    <a:pt x="1804" y="5580"/>
                    <a:pt x="1024" y="11674"/>
                  </a:cubicBezTo>
                  <a:cubicBezTo>
                    <a:pt x="0" y="19686"/>
                    <a:pt x="9562" y="20209"/>
                    <a:pt x="14299" y="21375"/>
                  </a:cubicBezTo>
                  <a:cubicBezTo>
                    <a:pt x="19037" y="22539"/>
                    <a:pt x="27502" y="44583"/>
                    <a:pt x="32484" y="45194"/>
                  </a:cubicBezTo>
                  <a:cubicBezTo>
                    <a:pt x="32484" y="45194"/>
                    <a:pt x="36209" y="42749"/>
                    <a:pt x="39673" y="36991"/>
                  </a:cubicBezTo>
                  <a:cubicBezTo>
                    <a:pt x="42996" y="31467"/>
                    <a:pt x="45254" y="22131"/>
                    <a:pt x="38984" y="1786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98"/>
            <p:cNvSpPr/>
            <p:nvPr/>
          </p:nvSpPr>
          <p:spPr>
            <a:xfrm rot="-358812">
              <a:off x="7187344" y="1579263"/>
              <a:ext cx="1684877" cy="1995762"/>
            </a:xfrm>
            <a:custGeom>
              <a:avLst/>
              <a:gdLst/>
              <a:ahLst/>
              <a:cxnLst/>
              <a:rect l="l" t="t" r="r" b="b"/>
              <a:pathLst>
                <a:path w="72135" h="85445" extrusionOk="0">
                  <a:moveTo>
                    <a:pt x="19508" y="7049"/>
                  </a:moveTo>
                  <a:cubicBezTo>
                    <a:pt x="19945" y="912"/>
                    <a:pt x="8452" y="1"/>
                    <a:pt x="6444" y="1517"/>
                  </a:cubicBezTo>
                  <a:cubicBezTo>
                    <a:pt x="4374" y="3081"/>
                    <a:pt x="3119" y="5198"/>
                    <a:pt x="2068" y="9755"/>
                  </a:cubicBezTo>
                  <a:cubicBezTo>
                    <a:pt x="0" y="18730"/>
                    <a:pt x="441" y="28013"/>
                    <a:pt x="3581" y="30974"/>
                  </a:cubicBezTo>
                  <a:cubicBezTo>
                    <a:pt x="5432" y="32720"/>
                    <a:pt x="12826" y="33311"/>
                    <a:pt x="12826" y="33311"/>
                  </a:cubicBezTo>
                  <a:cubicBezTo>
                    <a:pt x="12826" y="33311"/>
                    <a:pt x="20210" y="36637"/>
                    <a:pt x="20498" y="42615"/>
                  </a:cubicBezTo>
                  <a:cubicBezTo>
                    <a:pt x="20823" y="49351"/>
                    <a:pt x="12642" y="65718"/>
                    <a:pt x="19971" y="70129"/>
                  </a:cubicBezTo>
                  <a:cubicBezTo>
                    <a:pt x="27298" y="74538"/>
                    <a:pt x="35305" y="83821"/>
                    <a:pt x="47443" y="84627"/>
                  </a:cubicBezTo>
                  <a:cubicBezTo>
                    <a:pt x="59761" y="85445"/>
                    <a:pt x="72135" y="69834"/>
                    <a:pt x="67683" y="64579"/>
                  </a:cubicBezTo>
                  <a:cubicBezTo>
                    <a:pt x="58201" y="53386"/>
                    <a:pt x="49836" y="35510"/>
                    <a:pt x="34961" y="33187"/>
                  </a:cubicBezTo>
                  <a:cubicBezTo>
                    <a:pt x="28265" y="32141"/>
                    <a:pt x="24547" y="32406"/>
                    <a:pt x="24579" y="25606"/>
                  </a:cubicBezTo>
                  <a:cubicBezTo>
                    <a:pt x="24579" y="25606"/>
                    <a:pt x="26095" y="25566"/>
                    <a:pt x="27666" y="24176"/>
                  </a:cubicBezTo>
                  <a:cubicBezTo>
                    <a:pt x="29646" y="22422"/>
                    <a:pt x="30899" y="17763"/>
                    <a:pt x="27828" y="16202"/>
                  </a:cubicBezTo>
                  <a:cubicBezTo>
                    <a:pt x="25946" y="15245"/>
                    <a:pt x="24287" y="16297"/>
                    <a:pt x="24582" y="16622"/>
                  </a:cubicBezTo>
                  <a:lnTo>
                    <a:pt x="23843" y="20085"/>
                  </a:lnTo>
                  <a:cubicBezTo>
                    <a:pt x="23843" y="20085"/>
                    <a:pt x="18706" y="18319"/>
                    <a:pt x="19508" y="7049"/>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98"/>
            <p:cNvSpPr/>
            <p:nvPr/>
          </p:nvSpPr>
          <p:spPr>
            <a:xfrm rot="-358812">
              <a:off x="7545250" y="2151911"/>
              <a:ext cx="1650519" cy="1577620"/>
            </a:xfrm>
            <a:custGeom>
              <a:avLst/>
              <a:gdLst/>
              <a:ahLst/>
              <a:cxnLst/>
              <a:rect l="l" t="t" r="r" b="b"/>
              <a:pathLst>
                <a:path w="70664" h="67543" extrusionOk="0">
                  <a:moveTo>
                    <a:pt x="16757" y="61276"/>
                  </a:moveTo>
                  <a:cubicBezTo>
                    <a:pt x="16757" y="61276"/>
                    <a:pt x="6764" y="53718"/>
                    <a:pt x="3197" y="44691"/>
                  </a:cubicBezTo>
                  <a:cubicBezTo>
                    <a:pt x="0" y="36601"/>
                    <a:pt x="3096" y="27301"/>
                    <a:pt x="5055" y="26926"/>
                  </a:cubicBezTo>
                  <a:cubicBezTo>
                    <a:pt x="9267" y="26121"/>
                    <a:pt x="14965" y="14534"/>
                    <a:pt x="19328" y="4483"/>
                  </a:cubicBezTo>
                  <a:cubicBezTo>
                    <a:pt x="21273" y="0"/>
                    <a:pt x="57527" y="29106"/>
                    <a:pt x="64095" y="35766"/>
                  </a:cubicBezTo>
                  <a:cubicBezTo>
                    <a:pt x="70663" y="42426"/>
                    <a:pt x="47308" y="60725"/>
                    <a:pt x="40124" y="64134"/>
                  </a:cubicBezTo>
                  <a:cubicBezTo>
                    <a:pt x="32942" y="67542"/>
                    <a:pt x="16757" y="61276"/>
                    <a:pt x="16757" y="6127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98"/>
            <p:cNvSpPr/>
            <p:nvPr/>
          </p:nvSpPr>
          <p:spPr>
            <a:xfrm rot="-358812">
              <a:off x="6685890" y="2388790"/>
              <a:ext cx="1673479" cy="1083054"/>
            </a:xfrm>
            <a:custGeom>
              <a:avLst/>
              <a:gdLst/>
              <a:ahLst/>
              <a:cxnLst/>
              <a:rect l="l" t="t" r="r" b="b"/>
              <a:pathLst>
                <a:path w="71647" h="46369" extrusionOk="0">
                  <a:moveTo>
                    <a:pt x="55014" y="7375"/>
                  </a:moveTo>
                  <a:cubicBezTo>
                    <a:pt x="52129" y="12817"/>
                    <a:pt x="41607" y="25707"/>
                    <a:pt x="35402" y="29433"/>
                  </a:cubicBezTo>
                  <a:cubicBezTo>
                    <a:pt x="32471" y="31192"/>
                    <a:pt x="4671" y="12337"/>
                    <a:pt x="4671" y="12337"/>
                  </a:cubicBezTo>
                  <a:cubicBezTo>
                    <a:pt x="4671" y="12337"/>
                    <a:pt x="0" y="11879"/>
                    <a:pt x="2844" y="16429"/>
                  </a:cubicBezTo>
                  <a:cubicBezTo>
                    <a:pt x="5695" y="20994"/>
                    <a:pt x="26861" y="46369"/>
                    <a:pt x="38706" y="42795"/>
                  </a:cubicBezTo>
                  <a:cubicBezTo>
                    <a:pt x="50551" y="39220"/>
                    <a:pt x="68732" y="22307"/>
                    <a:pt x="70001" y="14967"/>
                  </a:cubicBezTo>
                  <a:cubicBezTo>
                    <a:pt x="71647" y="5452"/>
                    <a:pt x="58923" y="1"/>
                    <a:pt x="55014" y="737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98"/>
            <p:cNvSpPr/>
            <p:nvPr/>
          </p:nvSpPr>
          <p:spPr>
            <a:xfrm rot="-358812">
              <a:off x="6418666" y="2640404"/>
              <a:ext cx="465721" cy="295213"/>
            </a:xfrm>
            <a:custGeom>
              <a:avLst/>
              <a:gdLst/>
              <a:ahLst/>
              <a:cxnLst/>
              <a:rect l="l" t="t" r="r" b="b"/>
              <a:pathLst>
                <a:path w="19939" h="12639" extrusionOk="0">
                  <a:moveTo>
                    <a:pt x="9866" y="1593"/>
                  </a:moveTo>
                  <a:cubicBezTo>
                    <a:pt x="10946" y="3001"/>
                    <a:pt x="16229" y="4499"/>
                    <a:pt x="19401" y="9607"/>
                  </a:cubicBezTo>
                  <a:cubicBezTo>
                    <a:pt x="19507" y="9779"/>
                    <a:pt x="19939" y="12295"/>
                    <a:pt x="18220" y="12513"/>
                  </a:cubicBezTo>
                  <a:cubicBezTo>
                    <a:pt x="17216" y="12638"/>
                    <a:pt x="14035" y="12175"/>
                    <a:pt x="10308" y="10294"/>
                  </a:cubicBezTo>
                  <a:cubicBezTo>
                    <a:pt x="8093" y="9174"/>
                    <a:pt x="3969" y="7405"/>
                    <a:pt x="2307" y="6680"/>
                  </a:cubicBezTo>
                  <a:cubicBezTo>
                    <a:pt x="624" y="5945"/>
                    <a:pt x="1307" y="5534"/>
                    <a:pt x="2504" y="5916"/>
                  </a:cubicBezTo>
                  <a:cubicBezTo>
                    <a:pt x="3557" y="6251"/>
                    <a:pt x="7317" y="7272"/>
                    <a:pt x="7317" y="7272"/>
                  </a:cubicBezTo>
                  <a:cubicBezTo>
                    <a:pt x="7317" y="7272"/>
                    <a:pt x="2616" y="5183"/>
                    <a:pt x="1451" y="4587"/>
                  </a:cubicBezTo>
                  <a:cubicBezTo>
                    <a:pt x="398" y="4048"/>
                    <a:pt x="1" y="3106"/>
                    <a:pt x="1445" y="3627"/>
                  </a:cubicBezTo>
                  <a:cubicBezTo>
                    <a:pt x="2628" y="4054"/>
                    <a:pt x="7117" y="5963"/>
                    <a:pt x="7117" y="5963"/>
                  </a:cubicBezTo>
                  <a:cubicBezTo>
                    <a:pt x="7117" y="5963"/>
                    <a:pt x="2359" y="3151"/>
                    <a:pt x="1272" y="2416"/>
                  </a:cubicBezTo>
                  <a:cubicBezTo>
                    <a:pt x="529" y="1915"/>
                    <a:pt x="687" y="1163"/>
                    <a:pt x="2147" y="1894"/>
                  </a:cubicBezTo>
                  <a:cubicBezTo>
                    <a:pt x="3316" y="2481"/>
                    <a:pt x="7958" y="4806"/>
                    <a:pt x="7958" y="4806"/>
                  </a:cubicBezTo>
                  <a:cubicBezTo>
                    <a:pt x="7958" y="4806"/>
                    <a:pt x="4260" y="2345"/>
                    <a:pt x="3280" y="1693"/>
                  </a:cubicBezTo>
                  <a:cubicBezTo>
                    <a:pt x="2183" y="961"/>
                    <a:pt x="2161" y="0"/>
                    <a:pt x="4060" y="1055"/>
                  </a:cubicBezTo>
                  <a:cubicBezTo>
                    <a:pt x="5489" y="1850"/>
                    <a:pt x="8974" y="3416"/>
                    <a:pt x="10923" y="4405"/>
                  </a:cubicBezTo>
                  <a:cubicBezTo>
                    <a:pt x="10176" y="3807"/>
                    <a:pt x="8549" y="2604"/>
                    <a:pt x="8697" y="1042"/>
                  </a:cubicBezTo>
                  <a:cubicBezTo>
                    <a:pt x="8726" y="742"/>
                    <a:pt x="8919" y="364"/>
                    <a:pt x="9866" y="159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3012"/>
                                        </p:tgtEl>
                                        <p:attrNameLst>
                                          <p:attrName>style.visibility</p:attrName>
                                        </p:attrNameLst>
                                      </p:cBhvr>
                                      <p:to>
                                        <p:strVal val="visible"/>
                                      </p:to>
                                    </p:set>
                                    <p:anim calcmode="lin" valueType="num">
                                      <p:cBhvr additive="base">
                                        <p:cTn id="7" dur="1000"/>
                                        <p:tgtEl>
                                          <p:spTgt spid="301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96">
          <a:extLst>
            <a:ext uri="{FF2B5EF4-FFF2-40B4-BE49-F238E27FC236}">
              <a16:creationId xmlns:a16="http://schemas.microsoft.com/office/drawing/2014/main" id="{16714382-C6A2-A8AD-30F8-3C5EB74E0B0E}"/>
            </a:ext>
          </a:extLst>
        </p:cNvPr>
        <p:cNvGrpSpPr/>
        <p:nvPr/>
      </p:nvGrpSpPr>
      <p:grpSpPr>
        <a:xfrm>
          <a:off x="0" y="0"/>
          <a:ext cx="0" cy="0"/>
          <a:chOff x="0" y="0"/>
          <a:chExt cx="0" cy="0"/>
        </a:xfrm>
      </p:grpSpPr>
      <p:sp>
        <p:nvSpPr>
          <p:cNvPr id="2998" name="Google Shape;2998;p98">
            <a:extLst>
              <a:ext uri="{FF2B5EF4-FFF2-40B4-BE49-F238E27FC236}">
                <a16:creationId xmlns:a16="http://schemas.microsoft.com/office/drawing/2014/main" id="{243B692F-9E29-D476-13E8-2A0F0BC237DA}"/>
              </a:ext>
            </a:extLst>
          </p:cNvPr>
          <p:cNvSpPr txBox="1">
            <a:spLocks noGrp="1"/>
          </p:cNvSpPr>
          <p:nvPr>
            <p:ph type="title"/>
          </p:nvPr>
        </p:nvSpPr>
        <p:spPr>
          <a:xfrm>
            <a:off x="-42775" y="381099"/>
            <a:ext cx="3361975" cy="87616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Diagramme de cas d’etulisation</a:t>
            </a:r>
            <a:endParaRPr dirty="0"/>
          </a:p>
        </p:txBody>
      </p:sp>
      <p:sp>
        <p:nvSpPr>
          <p:cNvPr id="9" name="Rectangle 8">
            <a:extLst>
              <a:ext uri="{FF2B5EF4-FFF2-40B4-BE49-F238E27FC236}">
                <a16:creationId xmlns:a16="http://schemas.microsoft.com/office/drawing/2014/main" id="{3352667C-C918-39D6-F079-6E8048E2EDEF}"/>
              </a:ext>
            </a:extLst>
          </p:cNvPr>
          <p:cNvSpPr/>
          <p:nvPr/>
        </p:nvSpPr>
        <p:spPr>
          <a:xfrm>
            <a:off x="345600" y="1199659"/>
            <a:ext cx="828000" cy="45719"/>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6" name="Image 5">
            <a:extLst>
              <a:ext uri="{FF2B5EF4-FFF2-40B4-BE49-F238E27FC236}">
                <a16:creationId xmlns:a16="http://schemas.microsoft.com/office/drawing/2014/main" id="{C38AA010-04E4-229B-1062-7BCE0C751DB0}"/>
              </a:ext>
            </a:extLst>
          </p:cNvPr>
          <p:cNvPicPr>
            <a:picLocks noChangeAspect="1"/>
          </p:cNvPicPr>
          <p:nvPr/>
        </p:nvPicPr>
        <p:blipFill>
          <a:blip r:embed="rId3"/>
          <a:stretch>
            <a:fillRect/>
          </a:stretch>
        </p:blipFill>
        <p:spPr>
          <a:xfrm>
            <a:off x="3384001" y="50400"/>
            <a:ext cx="5760000" cy="5059619"/>
          </a:xfrm>
          <a:prstGeom prst="rect">
            <a:avLst/>
          </a:prstGeom>
        </p:spPr>
      </p:pic>
    </p:spTree>
    <p:extLst>
      <p:ext uri="{BB962C8B-B14F-4D97-AF65-F5344CB8AC3E}">
        <p14:creationId xmlns:p14="http://schemas.microsoft.com/office/powerpoint/2010/main" val="2475637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96">
          <a:extLst>
            <a:ext uri="{FF2B5EF4-FFF2-40B4-BE49-F238E27FC236}">
              <a16:creationId xmlns:a16="http://schemas.microsoft.com/office/drawing/2014/main" id="{0DF1ACE3-A985-3326-5FE3-79F2819EA313}"/>
            </a:ext>
          </a:extLst>
        </p:cNvPr>
        <p:cNvGrpSpPr/>
        <p:nvPr/>
      </p:nvGrpSpPr>
      <p:grpSpPr>
        <a:xfrm>
          <a:off x="0" y="0"/>
          <a:ext cx="0" cy="0"/>
          <a:chOff x="0" y="0"/>
          <a:chExt cx="0" cy="0"/>
        </a:xfrm>
      </p:grpSpPr>
      <p:sp>
        <p:nvSpPr>
          <p:cNvPr id="2998" name="Google Shape;2998;p98">
            <a:extLst>
              <a:ext uri="{FF2B5EF4-FFF2-40B4-BE49-F238E27FC236}">
                <a16:creationId xmlns:a16="http://schemas.microsoft.com/office/drawing/2014/main" id="{D8D7CF9A-098F-D328-CAB4-A809326CE821}"/>
              </a:ext>
            </a:extLst>
          </p:cNvPr>
          <p:cNvSpPr txBox="1">
            <a:spLocks noGrp="1"/>
          </p:cNvSpPr>
          <p:nvPr>
            <p:ph type="title"/>
          </p:nvPr>
        </p:nvSpPr>
        <p:spPr>
          <a:xfrm>
            <a:off x="7625" y="201100"/>
            <a:ext cx="3426775" cy="75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Diagramme de classe</a:t>
            </a:r>
            <a:endParaRPr dirty="0"/>
          </a:p>
        </p:txBody>
      </p:sp>
      <p:pic>
        <p:nvPicPr>
          <p:cNvPr id="3" name="Image 2">
            <a:extLst>
              <a:ext uri="{FF2B5EF4-FFF2-40B4-BE49-F238E27FC236}">
                <a16:creationId xmlns:a16="http://schemas.microsoft.com/office/drawing/2014/main" id="{DE88B0A9-29C2-B31E-3CE3-1C1623FFB049}"/>
              </a:ext>
            </a:extLst>
          </p:cNvPr>
          <p:cNvPicPr>
            <a:picLocks noChangeAspect="1"/>
          </p:cNvPicPr>
          <p:nvPr/>
        </p:nvPicPr>
        <p:blipFill>
          <a:blip r:embed="rId3"/>
          <a:stretch>
            <a:fillRect/>
          </a:stretch>
        </p:blipFill>
        <p:spPr>
          <a:xfrm>
            <a:off x="3837598" y="480240"/>
            <a:ext cx="5249405" cy="4571546"/>
          </a:xfrm>
          <a:prstGeom prst="rect">
            <a:avLst/>
          </a:prstGeom>
        </p:spPr>
      </p:pic>
      <p:sp>
        <p:nvSpPr>
          <p:cNvPr id="9" name="Rectangle 8">
            <a:extLst>
              <a:ext uri="{FF2B5EF4-FFF2-40B4-BE49-F238E27FC236}">
                <a16:creationId xmlns:a16="http://schemas.microsoft.com/office/drawing/2014/main" id="{91760E45-15CD-0382-AF04-D75943C23FCF}"/>
              </a:ext>
            </a:extLst>
          </p:cNvPr>
          <p:cNvSpPr/>
          <p:nvPr/>
        </p:nvSpPr>
        <p:spPr>
          <a:xfrm>
            <a:off x="223200" y="983659"/>
            <a:ext cx="828000" cy="45719"/>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857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3365;p107"/>
          <p:cNvSpPr/>
          <p:nvPr/>
        </p:nvSpPr>
        <p:spPr>
          <a:xfrm rot="2947374" flipH="1">
            <a:off x="-1684022" y="260068"/>
            <a:ext cx="5893510" cy="4582015"/>
          </a:xfrm>
          <a:custGeom>
            <a:avLst/>
            <a:gdLst/>
            <a:ahLst/>
            <a:cxnLst/>
            <a:rect l="l" t="t" r="r" b="b"/>
            <a:pathLst>
              <a:path w="186822" h="157985" extrusionOk="0">
                <a:moveTo>
                  <a:pt x="91145" y="1"/>
                </a:moveTo>
                <a:cubicBezTo>
                  <a:pt x="83069" y="1"/>
                  <a:pt x="75289" y="5146"/>
                  <a:pt x="70242" y="11684"/>
                </a:cubicBezTo>
                <a:cubicBezTo>
                  <a:pt x="64470" y="19161"/>
                  <a:pt x="61385" y="28296"/>
                  <a:pt x="57534" y="36921"/>
                </a:cubicBezTo>
                <a:cubicBezTo>
                  <a:pt x="53683" y="45547"/>
                  <a:pt x="48606" y="54190"/>
                  <a:pt x="40421" y="58906"/>
                </a:cubicBezTo>
                <a:cubicBezTo>
                  <a:pt x="32607" y="63409"/>
                  <a:pt x="22888" y="63771"/>
                  <a:pt x="15215" y="68510"/>
                </a:cubicBezTo>
                <a:cubicBezTo>
                  <a:pt x="4141" y="75350"/>
                  <a:pt x="1" y="90547"/>
                  <a:pt x="3903" y="102964"/>
                </a:cubicBezTo>
                <a:cubicBezTo>
                  <a:pt x="7804" y="115382"/>
                  <a:pt x="18408" y="124900"/>
                  <a:pt x="30388" y="129989"/>
                </a:cubicBezTo>
                <a:cubicBezTo>
                  <a:pt x="42021" y="134933"/>
                  <a:pt x="54885" y="136165"/>
                  <a:pt x="67538" y="136165"/>
                </a:cubicBezTo>
                <a:cubicBezTo>
                  <a:pt x="67915" y="136165"/>
                  <a:pt x="68293" y="136164"/>
                  <a:pt x="68670" y="136162"/>
                </a:cubicBezTo>
                <a:cubicBezTo>
                  <a:pt x="71151" y="136148"/>
                  <a:pt x="73662" y="136098"/>
                  <a:pt x="76171" y="136098"/>
                </a:cubicBezTo>
                <a:cubicBezTo>
                  <a:pt x="83592" y="136098"/>
                  <a:pt x="91005" y="136539"/>
                  <a:pt x="97639" y="139671"/>
                </a:cubicBezTo>
                <a:cubicBezTo>
                  <a:pt x="105490" y="143379"/>
                  <a:pt x="111304" y="150460"/>
                  <a:pt x="119003" y="154473"/>
                </a:cubicBezTo>
                <a:cubicBezTo>
                  <a:pt x="123471" y="156801"/>
                  <a:pt x="128510" y="157984"/>
                  <a:pt x="133547" y="157984"/>
                </a:cubicBezTo>
                <a:cubicBezTo>
                  <a:pt x="137128" y="157984"/>
                  <a:pt x="140707" y="157386"/>
                  <a:pt x="144079" y="156175"/>
                </a:cubicBezTo>
                <a:cubicBezTo>
                  <a:pt x="168362" y="147455"/>
                  <a:pt x="180365" y="110227"/>
                  <a:pt x="184842" y="87706"/>
                </a:cubicBezTo>
                <a:cubicBezTo>
                  <a:pt x="186018" y="81789"/>
                  <a:pt x="186821" y="75647"/>
                  <a:pt x="185541" y="69753"/>
                </a:cubicBezTo>
                <a:cubicBezTo>
                  <a:pt x="184259" y="63857"/>
                  <a:pt x="180546" y="58199"/>
                  <a:pt x="174931" y="55993"/>
                </a:cubicBezTo>
                <a:cubicBezTo>
                  <a:pt x="172945" y="55214"/>
                  <a:pt x="170924" y="54904"/>
                  <a:pt x="168876" y="54904"/>
                </a:cubicBezTo>
                <a:cubicBezTo>
                  <a:pt x="160991" y="54904"/>
                  <a:pt x="152710" y="59492"/>
                  <a:pt x="144539" y="59492"/>
                </a:cubicBezTo>
                <a:cubicBezTo>
                  <a:pt x="143674" y="59492"/>
                  <a:pt x="142810" y="59440"/>
                  <a:pt x="141948" y="59327"/>
                </a:cubicBezTo>
                <a:cubicBezTo>
                  <a:pt x="133155" y="58167"/>
                  <a:pt x="126439" y="50691"/>
                  <a:pt x="122614" y="42689"/>
                </a:cubicBezTo>
                <a:cubicBezTo>
                  <a:pt x="118789" y="34689"/>
                  <a:pt x="117040" y="25835"/>
                  <a:pt x="113372" y="17761"/>
                </a:cubicBezTo>
                <a:cubicBezTo>
                  <a:pt x="109704" y="9688"/>
                  <a:pt x="103348" y="2002"/>
                  <a:pt x="94638" y="331"/>
                </a:cubicBezTo>
                <a:cubicBezTo>
                  <a:pt x="93473" y="107"/>
                  <a:pt x="92306" y="1"/>
                  <a:pt x="91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nvGrpSpPr>
          <p:cNvPr id="4" name="Google Shape;3366;p107"/>
          <p:cNvGrpSpPr/>
          <p:nvPr/>
        </p:nvGrpSpPr>
        <p:grpSpPr>
          <a:xfrm>
            <a:off x="149780" y="3653977"/>
            <a:ext cx="1451444" cy="1451549"/>
            <a:chOff x="-1014708" y="3824803"/>
            <a:chExt cx="1451444" cy="1451549"/>
          </a:xfrm>
        </p:grpSpPr>
        <p:sp>
          <p:nvSpPr>
            <p:cNvPr id="5" name="Google Shape;3367;p107"/>
            <p:cNvSpPr/>
            <p:nvPr/>
          </p:nvSpPr>
          <p:spPr>
            <a:xfrm>
              <a:off x="-292020" y="4197728"/>
              <a:ext cx="608053" cy="358275"/>
            </a:xfrm>
            <a:custGeom>
              <a:avLst/>
              <a:gdLst/>
              <a:ahLst/>
              <a:cxnLst/>
              <a:rect l="l" t="t" r="r" b="b"/>
              <a:pathLst>
                <a:path w="34573" h="20371" extrusionOk="0">
                  <a:moveTo>
                    <a:pt x="34231" y="1"/>
                  </a:moveTo>
                  <a:lnTo>
                    <a:pt x="1" y="19778"/>
                  </a:lnTo>
                  <a:lnTo>
                    <a:pt x="342" y="20371"/>
                  </a:lnTo>
                  <a:lnTo>
                    <a:pt x="34573" y="592"/>
                  </a:lnTo>
                  <a:lnTo>
                    <a:pt x="34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 name="Google Shape;3368;p107"/>
            <p:cNvSpPr/>
            <p:nvPr/>
          </p:nvSpPr>
          <p:spPr>
            <a:xfrm>
              <a:off x="-288995" y="4544554"/>
              <a:ext cx="695322" cy="12030"/>
            </a:xfrm>
            <a:custGeom>
              <a:avLst/>
              <a:gdLst/>
              <a:ahLst/>
              <a:cxnLst/>
              <a:rect l="l" t="t" r="r" b="b"/>
              <a:pathLst>
                <a:path w="39535" h="684" extrusionOk="0">
                  <a:moveTo>
                    <a:pt x="1" y="0"/>
                  </a:moveTo>
                  <a:lnTo>
                    <a:pt x="1" y="684"/>
                  </a:lnTo>
                  <a:lnTo>
                    <a:pt x="39534" y="684"/>
                  </a:lnTo>
                  <a:lnTo>
                    <a:pt x="395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7" name="Google Shape;3369;p107"/>
            <p:cNvSpPr/>
            <p:nvPr/>
          </p:nvSpPr>
          <p:spPr>
            <a:xfrm>
              <a:off x="-291985" y="4545345"/>
              <a:ext cx="608176" cy="358064"/>
            </a:xfrm>
            <a:custGeom>
              <a:avLst/>
              <a:gdLst/>
              <a:ahLst/>
              <a:cxnLst/>
              <a:rect l="l" t="t" r="r" b="b"/>
              <a:pathLst>
                <a:path w="34580" h="20359" extrusionOk="0">
                  <a:moveTo>
                    <a:pt x="342" y="0"/>
                  </a:moveTo>
                  <a:lnTo>
                    <a:pt x="1" y="591"/>
                  </a:lnTo>
                  <a:lnTo>
                    <a:pt x="34238" y="20358"/>
                  </a:lnTo>
                  <a:lnTo>
                    <a:pt x="34580" y="19767"/>
                  </a:lnTo>
                  <a:lnTo>
                    <a:pt x="34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 name="Google Shape;3370;p107"/>
            <p:cNvSpPr/>
            <p:nvPr/>
          </p:nvSpPr>
          <p:spPr>
            <a:xfrm>
              <a:off x="-294183" y="4547544"/>
              <a:ext cx="358082" cy="608193"/>
            </a:xfrm>
            <a:custGeom>
              <a:avLst/>
              <a:gdLst/>
              <a:ahLst/>
              <a:cxnLst/>
              <a:rect l="l" t="t" r="r" b="b"/>
              <a:pathLst>
                <a:path w="20360" h="34581" extrusionOk="0">
                  <a:moveTo>
                    <a:pt x="592" y="1"/>
                  </a:moveTo>
                  <a:lnTo>
                    <a:pt x="0" y="343"/>
                  </a:lnTo>
                  <a:lnTo>
                    <a:pt x="19767" y="34581"/>
                  </a:lnTo>
                  <a:lnTo>
                    <a:pt x="20359" y="34239"/>
                  </a:lnTo>
                  <a:lnTo>
                    <a:pt x="5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9" name="Google Shape;3371;p107"/>
            <p:cNvSpPr/>
            <p:nvPr/>
          </p:nvSpPr>
          <p:spPr>
            <a:xfrm>
              <a:off x="-295010" y="4550551"/>
              <a:ext cx="12047" cy="695339"/>
            </a:xfrm>
            <a:custGeom>
              <a:avLst/>
              <a:gdLst/>
              <a:ahLst/>
              <a:cxnLst/>
              <a:rect l="l" t="t" r="r" b="b"/>
              <a:pathLst>
                <a:path w="685" h="39536" extrusionOk="0">
                  <a:moveTo>
                    <a:pt x="1" y="1"/>
                  </a:moveTo>
                  <a:lnTo>
                    <a:pt x="1" y="39536"/>
                  </a:lnTo>
                  <a:lnTo>
                    <a:pt x="685" y="39536"/>
                  </a:lnTo>
                  <a:lnTo>
                    <a:pt x="6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0" name="Google Shape;3372;p107"/>
            <p:cNvSpPr/>
            <p:nvPr/>
          </p:nvSpPr>
          <p:spPr>
            <a:xfrm>
              <a:off x="-641712" y="4547280"/>
              <a:ext cx="357994" cy="608229"/>
            </a:xfrm>
            <a:custGeom>
              <a:avLst/>
              <a:gdLst/>
              <a:ahLst/>
              <a:cxnLst/>
              <a:rect l="l" t="t" r="r" b="b"/>
              <a:pathLst>
                <a:path w="20355" h="34583" extrusionOk="0">
                  <a:moveTo>
                    <a:pt x="19762" y="1"/>
                  </a:moveTo>
                  <a:lnTo>
                    <a:pt x="1" y="34241"/>
                  </a:lnTo>
                  <a:lnTo>
                    <a:pt x="593" y="34583"/>
                  </a:lnTo>
                  <a:lnTo>
                    <a:pt x="20354" y="342"/>
                  </a:lnTo>
                  <a:lnTo>
                    <a:pt x="1976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 name="Google Shape;3373;p107"/>
            <p:cNvSpPr/>
            <p:nvPr/>
          </p:nvSpPr>
          <p:spPr>
            <a:xfrm>
              <a:off x="-894445" y="4558588"/>
              <a:ext cx="610937" cy="358117"/>
            </a:xfrm>
            <a:custGeom>
              <a:avLst/>
              <a:gdLst/>
              <a:ahLst/>
              <a:cxnLst/>
              <a:rect l="l" t="t" r="r" b="b"/>
              <a:pathLst>
                <a:path w="34737" h="20362" extrusionOk="0">
                  <a:moveTo>
                    <a:pt x="34395" y="0"/>
                  </a:moveTo>
                  <a:lnTo>
                    <a:pt x="0" y="19767"/>
                  </a:lnTo>
                  <a:lnTo>
                    <a:pt x="342" y="20362"/>
                  </a:lnTo>
                  <a:lnTo>
                    <a:pt x="34737" y="595"/>
                  </a:lnTo>
                  <a:lnTo>
                    <a:pt x="3439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2" name="Google Shape;3374;p107"/>
            <p:cNvSpPr/>
            <p:nvPr/>
          </p:nvSpPr>
          <p:spPr>
            <a:xfrm>
              <a:off x="-984264" y="4544554"/>
              <a:ext cx="695287" cy="12030"/>
            </a:xfrm>
            <a:custGeom>
              <a:avLst/>
              <a:gdLst/>
              <a:ahLst/>
              <a:cxnLst/>
              <a:rect l="l" t="t" r="r" b="b"/>
              <a:pathLst>
                <a:path w="39533" h="684" extrusionOk="0">
                  <a:moveTo>
                    <a:pt x="0" y="0"/>
                  </a:moveTo>
                  <a:lnTo>
                    <a:pt x="0" y="684"/>
                  </a:lnTo>
                  <a:lnTo>
                    <a:pt x="39533" y="684"/>
                  </a:lnTo>
                  <a:lnTo>
                    <a:pt x="395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3" name="Google Shape;3375;p107"/>
            <p:cNvSpPr/>
            <p:nvPr/>
          </p:nvSpPr>
          <p:spPr>
            <a:xfrm>
              <a:off x="-894146" y="4197711"/>
              <a:ext cx="608176" cy="358082"/>
            </a:xfrm>
            <a:custGeom>
              <a:avLst/>
              <a:gdLst/>
              <a:ahLst/>
              <a:cxnLst/>
              <a:rect l="l" t="t" r="r" b="b"/>
              <a:pathLst>
                <a:path w="34580" h="20360" extrusionOk="0">
                  <a:moveTo>
                    <a:pt x="343" y="0"/>
                  </a:moveTo>
                  <a:lnTo>
                    <a:pt x="1" y="593"/>
                  </a:lnTo>
                  <a:lnTo>
                    <a:pt x="34238" y="20360"/>
                  </a:lnTo>
                  <a:lnTo>
                    <a:pt x="34580" y="19767"/>
                  </a:lnTo>
                  <a:lnTo>
                    <a:pt x="34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4" name="Google Shape;3376;p107"/>
            <p:cNvSpPr/>
            <p:nvPr/>
          </p:nvSpPr>
          <p:spPr>
            <a:xfrm>
              <a:off x="-641835" y="3945400"/>
              <a:ext cx="358082" cy="608176"/>
            </a:xfrm>
            <a:custGeom>
              <a:avLst/>
              <a:gdLst/>
              <a:ahLst/>
              <a:cxnLst/>
              <a:rect l="l" t="t" r="r" b="b"/>
              <a:pathLst>
                <a:path w="20360" h="34580" extrusionOk="0">
                  <a:moveTo>
                    <a:pt x="592" y="1"/>
                  </a:moveTo>
                  <a:lnTo>
                    <a:pt x="0" y="343"/>
                  </a:lnTo>
                  <a:lnTo>
                    <a:pt x="19767" y="34580"/>
                  </a:lnTo>
                  <a:lnTo>
                    <a:pt x="20359" y="34238"/>
                  </a:lnTo>
                  <a:lnTo>
                    <a:pt x="59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5" name="Google Shape;3377;p107"/>
            <p:cNvSpPr/>
            <p:nvPr/>
          </p:nvSpPr>
          <p:spPr>
            <a:xfrm>
              <a:off x="-295010" y="3855282"/>
              <a:ext cx="12047" cy="695287"/>
            </a:xfrm>
            <a:custGeom>
              <a:avLst/>
              <a:gdLst/>
              <a:ahLst/>
              <a:cxnLst/>
              <a:rect l="l" t="t" r="r" b="b"/>
              <a:pathLst>
                <a:path w="685" h="39533" extrusionOk="0">
                  <a:moveTo>
                    <a:pt x="1" y="0"/>
                  </a:moveTo>
                  <a:lnTo>
                    <a:pt x="1" y="39533"/>
                  </a:lnTo>
                  <a:lnTo>
                    <a:pt x="685" y="39533"/>
                  </a:lnTo>
                  <a:lnTo>
                    <a:pt x="68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6" name="Google Shape;3378;p107"/>
            <p:cNvSpPr/>
            <p:nvPr/>
          </p:nvSpPr>
          <p:spPr>
            <a:xfrm>
              <a:off x="-1014708" y="3824803"/>
              <a:ext cx="1451444" cy="1451549"/>
            </a:xfrm>
            <a:custGeom>
              <a:avLst/>
              <a:gdLst/>
              <a:ahLst/>
              <a:cxnLst/>
              <a:rect l="l" t="t" r="r" b="b"/>
              <a:pathLst>
                <a:path w="82527" h="82533" extrusionOk="0">
                  <a:moveTo>
                    <a:pt x="41265" y="6270"/>
                  </a:moveTo>
                  <a:cubicBezTo>
                    <a:pt x="60556" y="6270"/>
                    <a:pt x="76258" y="21971"/>
                    <a:pt x="76258" y="41264"/>
                  </a:cubicBezTo>
                  <a:cubicBezTo>
                    <a:pt x="76258" y="60562"/>
                    <a:pt x="60557" y="76257"/>
                    <a:pt x="41264" y="76257"/>
                  </a:cubicBezTo>
                  <a:cubicBezTo>
                    <a:pt x="21967" y="76257"/>
                    <a:pt x="6271" y="60562"/>
                    <a:pt x="6271" y="41264"/>
                  </a:cubicBezTo>
                  <a:cubicBezTo>
                    <a:pt x="6271" y="21972"/>
                    <a:pt x="21967" y="6270"/>
                    <a:pt x="41265" y="6270"/>
                  </a:cubicBezTo>
                  <a:close/>
                  <a:moveTo>
                    <a:pt x="41264" y="1"/>
                  </a:moveTo>
                  <a:cubicBezTo>
                    <a:pt x="18473" y="1"/>
                    <a:pt x="1" y="18478"/>
                    <a:pt x="1" y="41264"/>
                  </a:cubicBezTo>
                  <a:cubicBezTo>
                    <a:pt x="1" y="64056"/>
                    <a:pt x="18473" y="82532"/>
                    <a:pt x="41264" y="82532"/>
                  </a:cubicBezTo>
                  <a:cubicBezTo>
                    <a:pt x="64050" y="82532"/>
                    <a:pt x="82527" y="64056"/>
                    <a:pt x="82527" y="41264"/>
                  </a:cubicBezTo>
                  <a:cubicBezTo>
                    <a:pt x="82527" y="18478"/>
                    <a:pt x="64050" y="1"/>
                    <a:pt x="412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7" name="Google Shape;3379;p107"/>
            <p:cNvSpPr/>
            <p:nvPr/>
          </p:nvSpPr>
          <p:spPr>
            <a:xfrm>
              <a:off x="-944534" y="3895012"/>
              <a:ext cx="1311113" cy="1311131"/>
            </a:xfrm>
            <a:custGeom>
              <a:avLst/>
              <a:gdLst/>
              <a:ahLst/>
              <a:cxnLst/>
              <a:rect l="l" t="t" r="r" b="b"/>
              <a:pathLst>
                <a:path w="74548" h="74549" extrusionOk="0">
                  <a:moveTo>
                    <a:pt x="37275" y="2280"/>
                  </a:moveTo>
                  <a:cubicBezTo>
                    <a:pt x="56567" y="2280"/>
                    <a:pt x="72268" y="17982"/>
                    <a:pt x="72268" y="37275"/>
                  </a:cubicBezTo>
                  <a:cubicBezTo>
                    <a:pt x="72268" y="56572"/>
                    <a:pt x="56567" y="72269"/>
                    <a:pt x="37274" y="72269"/>
                  </a:cubicBezTo>
                  <a:cubicBezTo>
                    <a:pt x="17977" y="72269"/>
                    <a:pt x="2281" y="56572"/>
                    <a:pt x="2281" y="37275"/>
                  </a:cubicBezTo>
                  <a:cubicBezTo>
                    <a:pt x="2281" y="17982"/>
                    <a:pt x="17977" y="2280"/>
                    <a:pt x="37275" y="2280"/>
                  </a:cubicBezTo>
                  <a:close/>
                  <a:moveTo>
                    <a:pt x="37274" y="1"/>
                  </a:moveTo>
                  <a:cubicBezTo>
                    <a:pt x="16717" y="1"/>
                    <a:pt x="1" y="16723"/>
                    <a:pt x="1" y="37275"/>
                  </a:cubicBezTo>
                  <a:cubicBezTo>
                    <a:pt x="1" y="57832"/>
                    <a:pt x="16717" y="74548"/>
                    <a:pt x="37274" y="74548"/>
                  </a:cubicBezTo>
                  <a:cubicBezTo>
                    <a:pt x="57826" y="74548"/>
                    <a:pt x="74548" y="57832"/>
                    <a:pt x="74548" y="37275"/>
                  </a:cubicBezTo>
                  <a:cubicBezTo>
                    <a:pt x="74548" y="16723"/>
                    <a:pt x="57826" y="1"/>
                    <a:pt x="372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grpSp>
        <p:nvGrpSpPr>
          <p:cNvPr id="18" name="Google Shape;3380;p107"/>
          <p:cNvGrpSpPr/>
          <p:nvPr/>
        </p:nvGrpSpPr>
        <p:grpSpPr>
          <a:xfrm>
            <a:off x="2318600" y="3653977"/>
            <a:ext cx="1451426" cy="1451549"/>
            <a:chOff x="1154112" y="3824803"/>
            <a:chExt cx="1451426" cy="1451549"/>
          </a:xfrm>
        </p:grpSpPr>
        <p:sp>
          <p:nvSpPr>
            <p:cNvPr id="19" name="Google Shape;3381;p107"/>
            <p:cNvSpPr/>
            <p:nvPr/>
          </p:nvSpPr>
          <p:spPr>
            <a:xfrm>
              <a:off x="1874426" y="3945295"/>
              <a:ext cx="358293" cy="608053"/>
            </a:xfrm>
            <a:custGeom>
              <a:avLst/>
              <a:gdLst/>
              <a:ahLst/>
              <a:cxnLst/>
              <a:rect l="l" t="t" r="r" b="b"/>
              <a:pathLst>
                <a:path w="20372" h="34573" extrusionOk="0">
                  <a:moveTo>
                    <a:pt x="19780" y="0"/>
                  </a:moveTo>
                  <a:lnTo>
                    <a:pt x="1" y="34231"/>
                  </a:lnTo>
                  <a:lnTo>
                    <a:pt x="593" y="34573"/>
                  </a:lnTo>
                  <a:lnTo>
                    <a:pt x="20372" y="342"/>
                  </a:lnTo>
                  <a:lnTo>
                    <a:pt x="1978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0" name="Google Shape;3382;p107"/>
            <p:cNvSpPr/>
            <p:nvPr/>
          </p:nvSpPr>
          <p:spPr>
            <a:xfrm>
              <a:off x="1888179" y="4210426"/>
              <a:ext cx="610919" cy="358134"/>
            </a:xfrm>
            <a:custGeom>
              <a:avLst/>
              <a:gdLst/>
              <a:ahLst/>
              <a:cxnLst/>
              <a:rect l="l" t="t" r="r" b="b"/>
              <a:pathLst>
                <a:path w="34736" h="20363" extrusionOk="0">
                  <a:moveTo>
                    <a:pt x="34395" y="1"/>
                  </a:moveTo>
                  <a:lnTo>
                    <a:pt x="1" y="19768"/>
                  </a:lnTo>
                  <a:lnTo>
                    <a:pt x="341" y="20362"/>
                  </a:lnTo>
                  <a:lnTo>
                    <a:pt x="34736" y="595"/>
                  </a:lnTo>
                  <a:lnTo>
                    <a:pt x="3439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1" name="Google Shape;3383;p107"/>
            <p:cNvSpPr/>
            <p:nvPr/>
          </p:nvSpPr>
          <p:spPr>
            <a:xfrm>
              <a:off x="1879808" y="4544554"/>
              <a:ext cx="695304" cy="12030"/>
            </a:xfrm>
            <a:custGeom>
              <a:avLst/>
              <a:gdLst/>
              <a:ahLst/>
              <a:cxnLst/>
              <a:rect l="l" t="t" r="r" b="b"/>
              <a:pathLst>
                <a:path w="39534" h="684" extrusionOk="0">
                  <a:moveTo>
                    <a:pt x="0" y="0"/>
                  </a:moveTo>
                  <a:lnTo>
                    <a:pt x="0" y="684"/>
                  </a:lnTo>
                  <a:lnTo>
                    <a:pt x="39534" y="684"/>
                  </a:lnTo>
                  <a:lnTo>
                    <a:pt x="395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2" name="Google Shape;3384;p107"/>
            <p:cNvSpPr/>
            <p:nvPr/>
          </p:nvSpPr>
          <p:spPr>
            <a:xfrm>
              <a:off x="1876800" y="4545345"/>
              <a:ext cx="608158" cy="358082"/>
            </a:xfrm>
            <a:custGeom>
              <a:avLst/>
              <a:gdLst/>
              <a:ahLst/>
              <a:cxnLst/>
              <a:rect l="l" t="t" r="r" b="b"/>
              <a:pathLst>
                <a:path w="34579" h="20360" extrusionOk="0">
                  <a:moveTo>
                    <a:pt x="342" y="0"/>
                  </a:moveTo>
                  <a:lnTo>
                    <a:pt x="0" y="592"/>
                  </a:lnTo>
                  <a:lnTo>
                    <a:pt x="34238" y="20359"/>
                  </a:lnTo>
                  <a:lnTo>
                    <a:pt x="34579" y="19767"/>
                  </a:lnTo>
                  <a:lnTo>
                    <a:pt x="34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3" name="Google Shape;3385;p107"/>
            <p:cNvSpPr/>
            <p:nvPr/>
          </p:nvSpPr>
          <p:spPr>
            <a:xfrm>
              <a:off x="1874602" y="4547596"/>
              <a:ext cx="358064" cy="608176"/>
            </a:xfrm>
            <a:custGeom>
              <a:avLst/>
              <a:gdLst/>
              <a:ahLst/>
              <a:cxnLst/>
              <a:rect l="l" t="t" r="r" b="b"/>
              <a:pathLst>
                <a:path w="20359" h="34580" extrusionOk="0">
                  <a:moveTo>
                    <a:pt x="592" y="0"/>
                  </a:moveTo>
                  <a:lnTo>
                    <a:pt x="1" y="341"/>
                  </a:lnTo>
                  <a:lnTo>
                    <a:pt x="19767" y="34579"/>
                  </a:lnTo>
                  <a:lnTo>
                    <a:pt x="20359" y="34237"/>
                  </a:lnTo>
                  <a:lnTo>
                    <a:pt x="5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4" name="Google Shape;3386;p107"/>
            <p:cNvSpPr/>
            <p:nvPr/>
          </p:nvSpPr>
          <p:spPr>
            <a:xfrm>
              <a:off x="1873793" y="4550551"/>
              <a:ext cx="12047" cy="695339"/>
            </a:xfrm>
            <a:custGeom>
              <a:avLst/>
              <a:gdLst/>
              <a:ahLst/>
              <a:cxnLst/>
              <a:rect l="l" t="t" r="r" b="b"/>
              <a:pathLst>
                <a:path w="685" h="39536" extrusionOk="0">
                  <a:moveTo>
                    <a:pt x="0" y="1"/>
                  </a:moveTo>
                  <a:lnTo>
                    <a:pt x="0" y="39536"/>
                  </a:lnTo>
                  <a:lnTo>
                    <a:pt x="684" y="39536"/>
                  </a:lnTo>
                  <a:lnTo>
                    <a:pt x="68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5" name="Google Shape;3387;p107"/>
            <p:cNvSpPr/>
            <p:nvPr/>
          </p:nvSpPr>
          <p:spPr>
            <a:xfrm>
              <a:off x="1526826" y="4547420"/>
              <a:ext cx="358275" cy="608053"/>
            </a:xfrm>
            <a:custGeom>
              <a:avLst/>
              <a:gdLst/>
              <a:ahLst/>
              <a:cxnLst/>
              <a:rect l="l" t="t" r="r" b="b"/>
              <a:pathLst>
                <a:path w="20371" h="34573" extrusionOk="0">
                  <a:moveTo>
                    <a:pt x="19779" y="0"/>
                  </a:moveTo>
                  <a:lnTo>
                    <a:pt x="0" y="34232"/>
                  </a:lnTo>
                  <a:lnTo>
                    <a:pt x="591" y="34573"/>
                  </a:lnTo>
                  <a:lnTo>
                    <a:pt x="20370" y="342"/>
                  </a:lnTo>
                  <a:lnTo>
                    <a:pt x="1977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6" name="Google Shape;3388;p107"/>
            <p:cNvSpPr/>
            <p:nvPr/>
          </p:nvSpPr>
          <p:spPr>
            <a:xfrm>
              <a:off x="1283398" y="4559327"/>
              <a:ext cx="610937" cy="358117"/>
            </a:xfrm>
            <a:custGeom>
              <a:avLst/>
              <a:gdLst/>
              <a:ahLst/>
              <a:cxnLst/>
              <a:rect l="l" t="t" r="r" b="b"/>
              <a:pathLst>
                <a:path w="34737" h="20362" extrusionOk="0">
                  <a:moveTo>
                    <a:pt x="34395" y="0"/>
                  </a:moveTo>
                  <a:lnTo>
                    <a:pt x="1" y="19767"/>
                  </a:lnTo>
                  <a:lnTo>
                    <a:pt x="343" y="20362"/>
                  </a:lnTo>
                  <a:lnTo>
                    <a:pt x="34736" y="595"/>
                  </a:lnTo>
                  <a:lnTo>
                    <a:pt x="3439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7" name="Google Shape;3389;p107"/>
            <p:cNvSpPr/>
            <p:nvPr/>
          </p:nvSpPr>
          <p:spPr>
            <a:xfrm>
              <a:off x="1184521" y="4544554"/>
              <a:ext cx="695304" cy="12030"/>
            </a:xfrm>
            <a:custGeom>
              <a:avLst/>
              <a:gdLst/>
              <a:ahLst/>
              <a:cxnLst/>
              <a:rect l="l" t="t" r="r" b="b"/>
              <a:pathLst>
                <a:path w="39534" h="684" extrusionOk="0">
                  <a:moveTo>
                    <a:pt x="1" y="0"/>
                  </a:moveTo>
                  <a:lnTo>
                    <a:pt x="1" y="684"/>
                  </a:lnTo>
                  <a:lnTo>
                    <a:pt x="39533" y="684"/>
                  </a:lnTo>
                  <a:lnTo>
                    <a:pt x="395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8" name="Google Shape;3390;p107"/>
            <p:cNvSpPr/>
            <p:nvPr/>
          </p:nvSpPr>
          <p:spPr>
            <a:xfrm>
              <a:off x="1274675" y="4197728"/>
              <a:ext cx="608158" cy="358064"/>
            </a:xfrm>
            <a:custGeom>
              <a:avLst/>
              <a:gdLst/>
              <a:ahLst/>
              <a:cxnLst/>
              <a:rect l="l" t="t" r="r" b="b"/>
              <a:pathLst>
                <a:path w="34579" h="20359" extrusionOk="0">
                  <a:moveTo>
                    <a:pt x="341" y="1"/>
                  </a:moveTo>
                  <a:lnTo>
                    <a:pt x="0" y="592"/>
                  </a:lnTo>
                  <a:lnTo>
                    <a:pt x="34236" y="20359"/>
                  </a:lnTo>
                  <a:lnTo>
                    <a:pt x="34578" y="19766"/>
                  </a:lnTo>
                  <a:lnTo>
                    <a:pt x="34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29" name="Google Shape;3391;p107"/>
            <p:cNvSpPr/>
            <p:nvPr/>
          </p:nvSpPr>
          <p:spPr>
            <a:xfrm>
              <a:off x="1526950" y="3945400"/>
              <a:ext cx="358081" cy="608176"/>
            </a:xfrm>
            <a:custGeom>
              <a:avLst/>
              <a:gdLst/>
              <a:ahLst/>
              <a:cxnLst/>
              <a:rect l="l" t="t" r="r" b="b"/>
              <a:pathLst>
                <a:path w="20360" h="34580" extrusionOk="0">
                  <a:moveTo>
                    <a:pt x="593" y="1"/>
                  </a:moveTo>
                  <a:lnTo>
                    <a:pt x="1" y="343"/>
                  </a:lnTo>
                  <a:lnTo>
                    <a:pt x="19768" y="34580"/>
                  </a:lnTo>
                  <a:lnTo>
                    <a:pt x="20360" y="34238"/>
                  </a:lnTo>
                  <a:lnTo>
                    <a:pt x="59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0" name="Google Shape;3392;p107"/>
            <p:cNvSpPr/>
            <p:nvPr/>
          </p:nvSpPr>
          <p:spPr>
            <a:xfrm>
              <a:off x="1873793" y="3855282"/>
              <a:ext cx="12047" cy="695287"/>
            </a:xfrm>
            <a:custGeom>
              <a:avLst/>
              <a:gdLst/>
              <a:ahLst/>
              <a:cxnLst/>
              <a:rect l="l" t="t" r="r" b="b"/>
              <a:pathLst>
                <a:path w="685" h="39533" extrusionOk="0">
                  <a:moveTo>
                    <a:pt x="0" y="0"/>
                  </a:moveTo>
                  <a:lnTo>
                    <a:pt x="0" y="39533"/>
                  </a:lnTo>
                  <a:lnTo>
                    <a:pt x="684" y="39533"/>
                  </a:lnTo>
                  <a:lnTo>
                    <a:pt x="6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1" name="Google Shape;3393;p107"/>
            <p:cNvSpPr/>
            <p:nvPr/>
          </p:nvSpPr>
          <p:spPr>
            <a:xfrm>
              <a:off x="1154112" y="3824803"/>
              <a:ext cx="1451426" cy="1451549"/>
            </a:xfrm>
            <a:custGeom>
              <a:avLst/>
              <a:gdLst/>
              <a:ahLst/>
              <a:cxnLst/>
              <a:rect l="l" t="t" r="r" b="b"/>
              <a:pathLst>
                <a:path w="82526" h="82533" extrusionOk="0">
                  <a:moveTo>
                    <a:pt x="41263" y="6270"/>
                  </a:moveTo>
                  <a:cubicBezTo>
                    <a:pt x="60555" y="6270"/>
                    <a:pt x="76257" y="21971"/>
                    <a:pt x="76257" y="41264"/>
                  </a:cubicBezTo>
                  <a:cubicBezTo>
                    <a:pt x="76257" y="60562"/>
                    <a:pt x="60555" y="76257"/>
                    <a:pt x="41263" y="76257"/>
                  </a:cubicBezTo>
                  <a:cubicBezTo>
                    <a:pt x="21965" y="76257"/>
                    <a:pt x="6269" y="60562"/>
                    <a:pt x="6269" y="41264"/>
                  </a:cubicBezTo>
                  <a:cubicBezTo>
                    <a:pt x="6269" y="21972"/>
                    <a:pt x="21965" y="6270"/>
                    <a:pt x="41263" y="6270"/>
                  </a:cubicBezTo>
                  <a:close/>
                  <a:moveTo>
                    <a:pt x="41263" y="1"/>
                  </a:moveTo>
                  <a:cubicBezTo>
                    <a:pt x="18471" y="1"/>
                    <a:pt x="0" y="18478"/>
                    <a:pt x="0" y="41264"/>
                  </a:cubicBezTo>
                  <a:cubicBezTo>
                    <a:pt x="0" y="64056"/>
                    <a:pt x="18472" y="82532"/>
                    <a:pt x="41263" y="82532"/>
                  </a:cubicBezTo>
                  <a:cubicBezTo>
                    <a:pt x="64049" y="82532"/>
                    <a:pt x="82525" y="64056"/>
                    <a:pt x="82525" y="41264"/>
                  </a:cubicBezTo>
                  <a:cubicBezTo>
                    <a:pt x="82525" y="18478"/>
                    <a:pt x="64049" y="1"/>
                    <a:pt x="412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2" name="Google Shape;3394;p107"/>
            <p:cNvSpPr/>
            <p:nvPr/>
          </p:nvSpPr>
          <p:spPr>
            <a:xfrm>
              <a:off x="1224269" y="3895012"/>
              <a:ext cx="1311113" cy="1311131"/>
            </a:xfrm>
            <a:custGeom>
              <a:avLst/>
              <a:gdLst/>
              <a:ahLst/>
              <a:cxnLst/>
              <a:rect l="l" t="t" r="r" b="b"/>
              <a:pathLst>
                <a:path w="74548" h="74549" extrusionOk="0">
                  <a:moveTo>
                    <a:pt x="37274" y="2280"/>
                  </a:moveTo>
                  <a:cubicBezTo>
                    <a:pt x="56566" y="2280"/>
                    <a:pt x="72268" y="17982"/>
                    <a:pt x="72268" y="37275"/>
                  </a:cubicBezTo>
                  <a:cubicBezTo>
                    <a:pt x="72268" y="56572"/>
                    <a:pt x="56566" y="72269"/>
                    <a:pt x="37274" y="72269"/>
                  </a:cubicBezTo>
                  <a:cubicBezTo>
                    <a:pt x="17976" y="72269"/>
                    <a:pt x="2280" y="56572"/>
                    <a:pt x="2280" y="37275"/>
                  </a:cubicBezTo>
                  <a:cubicBezTo>
                    <a:pt x="2280" y="17982"/>
                    <a:pt x="17976" y="2280"/>
                    <a:pt x="37274" y="2280"/>
                  </a:cubicBezTo>
                  <a:close/>
                  <a:moveTo>
                    <a:pt x="37274" y="1"/>
                  </a:moveTo>
                  <a:cubicBezTo>
                    <a:pt x="16717" y="1"/>
                    <a:pt x="0" y="16723"/>
                    <a:pt x="0" y="37275"/>
                  </a:cubicBezTo>
                  <a:cubicBezTo>
                    <a:pt x="0" y="57832"/>
                    <a:pt x="16717" y="74548"/>
                    <a:pt x="37273" y="74548"/>
                  </a:cubicBezTo>
                  <a:cubicBezTo>
                    <a:pt x="57825" y="74548"/>
                    <a:pt x="74547" y="57832"/>
                    <a:pt x="74547" y="37275"/>
                  </a:cubicBezTo>
                  <a:cubicBezTo>
                    <a:pt x="74547" y="16723"/>
                    <a:pt x="57825" y="1"/>
                    <a:pt x="372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sp>
        <p:nvSpPr>
          <p:cNvPr id="33" name="Google Shape;3395;p107"/>
          <p:cNvSpPr/>
          <p:nvPr/>
        </p:nvSpPr>
        <p:spPr>
          <a:xfrm>
            <a:off x="1436148" y="4812834"/>
            <a:ext cx="189892" cy="95957"/>
          </a:xfrm>
          <a:custGeom>
            <a:avLst/>
            <a:gdLst/>
            <a:ahLst/>
            <a:cxnLst/>
            <a:rect l="l" t="t" r="r" b="b"/>
            <a:pathLst>
              <a:path w="10797" h="5456" extrusionOk="0">
                <a:moveTo>
                  <a:pt x="1563" y="1"/>
                </a:moveTo>
                <a:cubicBezTo>
                  <a:pt x="990" y="1"/>
                  <a:pt x="451" y="360"/>
                  <a:pt x="252" y="930"/>
                </a:cubicBezTo>
                <a:cubicBezTo>
                  <a:pt x="0" y="1650"/>
                  <a:pt x="383" y="2445"/>
                  <a:pt x="1104" y="2698"/>
                </a:cubicBezTo>
                <a:lnTo>
                  <a:pt x="8777" y="5378"/>
                </a:lnTo>
                <a:cubicBezTo>
                  <a:pt x="8927" y="5431"/>
                  <a:pt x="9080" y="5456"/>
                  <a:pt x="9231" y="5456"/>
                </a:cubicBezTo>
                <a:cubicBezTo>
                  <a:pt x="9805" y="5456"/>
                  <a:pt x="10345" y="5096"/>
                  <a:pt x="10545" y="4526"/>
                </a:cubicBezTo>
                <a:cubicBezTo>
                  <a:pt x="10797" y="3806"/>
                  <a:pt x="10413" y="3011"/>
                  <a:pt x="9693" y="2759"/>
                </a:cubicBezTo>
                <a:lnTo>
                  <a:pt x="2018" y="78"/>
                </a:lnTo>
                <a:cubicBezTo>
                  <a:pt x="1868" y="26"/>
                  <a:pt x="1714" y="1"/>
                  <a:pt x="156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4" name="Google Shape;3396;p107"/>
          <p:cNvGrpSpPr/>
          <p:nvPr/>
        </p:nvGrpSpPr>
        <p:grpSpPr>
          <a:xfrm>
            <a:off x="60049" y="1420171"/>
            <a:ext cx="3109822" cy="3508267"/>
            <a:chOff x="-1104439" y="1590997"/>
            <a:chExt cx="3109822" cy="3508267"/>
          </a:xfrm>
        </p:grpSpPr>
        <p:sp>
          <p:nvSpPr>
            <p:cNvPr id="35" name="Google Shape;3397;p107"/>
            <p:cNvSpPr/>
            <p:nvPr/>
          </p:nvSpPr>
          <p:spPr>
            <a:xfrm>
              <a:off x="339283" y="4633511"/>
              <a:ext cx="249707" cy="404389"/>
            </a:xfrm>
            <a:custGeom>
              <a:avLst/>
              <a:gdLst/>
              <a:ahLst/>
              <a:cxnLst/>
              <a:rect l="l" t="t" r="r" b="b"/>
              <a:pathLst>
                <a:path w="14198" h="22993" extrusionOk="0">
                  <a:moveTo>
                    <a:pt x="11618" y="1"/>
                  </a:moveTo>
                  <a:lnTo>
                    <a:pt x="0" y="21605"/>
                  </a:lnTo>
                  <a:lnTo>
                    <a:pt x="2579" y="22992"/>
                  </a:lnTo>
                  <a:lnTo>
                    <a:pt x="14198" y="1388"/>
                  </a:lnTo>
                  <a:lnTo>
                    <a:pt x="1161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6" name="Google Shape;3398;p107"/>
            <p:cNvSpPr/>
            <p:nvPr/>
          </p:nvSpPr>
          <p:spPr>
            <a:xfrm>
              <a:off x="-294095" y="3945154"/>
              <a:ext cx="357976" cy="608229"/>
            </a:xfrm>
            <a:custGeom>
              <a:avLst/>
              <a:gdLst/>
              <a:ahLst/>
              <a:cxnLst/>
              <a:rect l="l" t="t" r="r" b="b"/>
              <a:pathLst>
                <a:path w="20354" h="34583" extrusionOk="0">
                  <a:moveTo>
                    <a:pt x="19761" y="1"/>
                  </a:moveTo>
                  <a:lnTo>
                    <a:pt x="1" y="34241"/>
                  </a:lnTo>
                  <a:lnTo>
                    <a:pt x="593" y="34583"/>
                  </a:lnTo>
                  <a:lnTo>
                    <a:pt x="20353" y="342"/>
                  </a:lnTo>
                  <a:lnTo>
                    <a:pt x="19761" y="1"/>
                  </a:lnTo>
                  <a:close/>
                </a:path>
              </a:pathLst>
            </a:custGeom>
            <a:solidFill>
              <a:srgbClr val="FFA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7" name="Google Shape;3399;p107"/>
            <p:cNvSpPr/>
            <p:nvPr/>
          </p:nvSpPr>
          <p:spPr>
            <a:xfrm>
              <a:off x="1777677" y="4448438"/>
              <a:ext cx="204279" cy="204279"/>
            </a:xfrm>
            <a:custGeom>
              <a:avLst/>
              <a:gdLst/>
              <a:ahLst/>
              <a:cxnLst/>
              <a:rect l="l" t="t" r="r" b="b"/>
              <a:pathLst>
                <a:path w="11615" h="11615" extrusionOk="0">
                  <a:moveTo>
                    <a:pt x="5807" y="1"/>
                  </a:moveTo>
                  <a:cubicBezTo>
                    <a:pt x="4268" y="1"/>
                    <a:pt x="2791" y="613"/>
                    <a:pt x="1701" y="1701"/>
                  </a:cubicBezTo>
                  <a:cubicBezTo>
                    <a:pt x="613" y="2791"/>
                    <a:pt x="1" y="4267"/>
                    <a:pt x="1" y="5808"/>
                  </a:cubicBezTo>
                  <a:cubicBezTo>
                    <a:pt x="1" y="7348"/>
                    <a:pt x="613" y="8824"/>
                    <a:pt x="1701" y="9914"/>
                  </a:cubicBezTo>
                  <a:cubicBezTo>
                    <a:pt x="2791" y="11002"/>
                    <a:pt x="4268" y="11614"/>
                    <a:pt x="5807" y="11614"/>
                  </a:cubicBezTo>
                  <a:cubicBezTo>
                    <a:pt x="7348" y="11614"/>
                    <a:pt x="8824" y="11002"/>
                    <a:pt x="9914" y="9914"/>
                  </a:cubicBezTo>
                  <a:cubicBezTo>
                    <a:pt x="11003" y="8824"/>
                    <a:pt x="11615" y="7348"/>
                    <a:pt x="11615" y="5808"/>
                  </a:cubicBezTo>
                  <a:cubicBezTo>
                    <a:pt x="11615" y="4267"/>
                    <a:pt x="11003" y="2791"/>
                    <a:pt x="9914" y="1701"/>
                  </a:cubicBezTo>
                  <a:cubicBezTo>
                    <a:pt x="8824" y="613"/>
                    <a:pt x="7348" y="1"/>
                    <a:pt x="58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8" name="Google Shape;3400;p107"/>
            <p:cNvSpPr/>
            <p:nvPr/>
          </p:nvSpPr>
          <p:spPr>
            <a:xfrm>
              <a:off x="-305949" y="4428969"/>
              <a:ext cx="911771" cy="430278"/>
            </a:xfrm>
            <a:custGeom>
              <a:avLst/>
              <a:gdLst/>
              <a:ahLst/>
              <a:cxnLst/>
              <a:rect l="l" t="t" r="r" b="b"/>
              <a:pathLst>
                <a:path w="51842" h="24465" extrusionOk="0">
                  <a:moveTo>
                    <a:pt x="51063" y="712"/>
                  </a:moveTo>
                  <a:lnTo>
                    <a:pt x="48190" y="23603"/>
                  </a:lnTo>
                  <a:lnTo>
                    <a:pt x="717" y="10995"/>
                  </a:lnTo>
                  <a:lnTo>
                    <a:pt x="1232" y="2391"/>
                  </a:lnTo>
                  <a:lnTo>
                    <a:pt x="51063" y="712"/>
                  </a:lnTo>
                  <a:close/>
                  <a:moveTo>
                    <a:pt x="51842" y="0"/>
                  </a:moveTo>
                  <a:lnTo>
                    <a:pt x="585" y="1728"/>
                  </a:lnTo>
                  <a:lnTo>
                    <a:pt x="1" y="11513"/>
                  </a:lnTo>
                  <a:lnTo>
                    <a:pt x="48393" y="24364"/>
                  </a:lnTo>
                  <a:lnTo>
                    <a:pt x="48771" y="24464"/>
                  </a:lnTo>
                  <a:lnTo>
                    <a:pt x="518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39" name="Google Shape;3401;p107"/>
            <p:cNvSpPr/>
            <p:nvPr/>
          </p:nvSpPr>
          <p:spPr>
            <a:xfrm>
              <a:off x="-391108" y="4448438"/>
              <a:ext cx="204279" cy="204279"/>
            </a:xfrm>
            <a:custGeom>
              <a:avLst/>
              <a:gdLst/>
              <a:ahLst/>
              <a:cxnLst/>
              <a:rect l="l" t="t" r="r" b="b"/>
              <a:pathLst>
                <a:path w="11615" h="11615" extrusionOk="0">
                  <a:moveTo>
                    <a:pt x="5807" y="1"/>
                  </a:moveTo>
                  <a:cubicBezTo>
                    <a:pt x="4267" y="1"/>
                    <a:pt x="2790" y="613"/>
                    <a:pt x="1701" y="1701"/>
                  </a:cubicBezTo>
                  <a:cubicBezTo>
                    <a:pt x="612" y="2791"/>
                    <a:pt x="0" y="4267"/>
                    <a:pt x="0" y="5808"/>
                  </a:cubicBezTo>
                  <a:cubicBezTo>
                    <a:pt x="0" y="7348"/>
                    <a:pt x="612" y="8824"/>
                    <a:pt x="1701" y="9914"/>
                  </a:cubicBezTo>
                  <a:cubicBezTo>
                    <a:pt x="2790" y="11002"/>
                    <a:pt x="4267" y="11614"/>
                    <a:pt x="5807" y="11614"/>
                  </a:cubicBezTo>
                  <a:cubicBezTo>
                    <a:pt x="7347" y="11614"/>
                    <a:pt x="8824" y="11002"/>
                    <a:pt x="9914" y="9914"/>
                  </a:cubicBezTo>
                  <a:cubicBezTo>
                    <a:pt x="11002" y="8824"/>
                    <a:pt x="11614" y="7348"/>
                    <a:pt x="11614" y="5808"/>
                  </a:cubicBezTo>
                  <a:cubicBezTo>
                    <a:pt x="11614" y="4267"/>
                    <a:pt x="11002" y="2791"/>
                    <a:pt x="9914" y="1701"/>
                  </a:cubicBezTo>
                  <a:cubicBezTo>
                    <a:pt x="8824" y="613"/>
                    <a:pt x="7347" y="1"/>
                    <a:pt x="580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0" name="Google Shape;3402;p107"/>
            <p:cNvSpPr/>
            <p:nvPr/>
          </p:nvSpPr>
          <p:spPr>
            <a:xfrm>
              <a:off x="1460768" y="3534081"/>
              <a:ext cx="469938" cy="1034989"/>
            </a:xfrm>
            <a:custGeom>
              <a:avLst/>
              <a:gdLst/>
              <a:ahLst/>
              <a:cxnLst/>
              <a:rect l="l" t="t" r="r" b="b"/>
              <a:pathLst>
                <a:path w="26720" h="58848" extrusionOk="0">
                  <a:moveTo>
                    <a:pt x="5773" y="0"/>
                  </a:moveTo>
                  <a:lnTo>
                    <a:pt x="1" y="2132"/>
                  </a:lnTo>
                  <a:lnTo>
                    <a:pt x="20948" y="58848"/>
                  </a:lnTo>
                  <a:lnTo>
                    <a:pt x="26720" y="56716"/>
                  </a:lnTo>
                  <a:lnTo>
                    <a:pt x="57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1" name="Google Shape;3403;p107"/>
            <p:cNvSpPr/>
            <p:nvPr/>
          </p:nvSpPr>
          <p:spPr>
            <a:xfrm>
              <a:off x="505151" y="4575965"/>
              <a:ext cx="142687" cy="142723"/>
            </a:xfrm>
            <a:custGeom>
              <a:avLst/>
              <a:gdLst/>
              <a:ahLst/>
              <a:cxnLst/>
              <a:rect l="l" t="t" r="r" b="b"/>
              <a:pathLst>
                <a:path w="8113" h="8115" extrusionOk="0">
                  <a:moveTo>
                    <a:pt x="4056" y="1"/>
                  </a:moveTo>
                  <a:cubicBezTo>
                    <a:pt x="1816" y="1"/>
                    <a:pt x="0" y="1817"/>
                    <a:pt x="0" y="4057"/>
                  </a:cubicBezTo>
                  <a:cubicBezTo>
                    <a:pt x="0" y="6298"/>
                    <a:pt x="1816" y="8114"/>
                    <a:pt x="4056" y="8114"/>
                  </a:cubicBezTo>
                  <a:cubicBezTo>
                    <a:pt x="6296" y="8114"/>
                    <a:pt x="8113" y="6298"/>
                    <a:pt x="8113" y="4057"/>
                  </a:cubicBezTo>
                  <a:cubicBezTo>
                    <a:pt x="8113" y="1817"/>
                    <a:pt x="6296" y="1"/>
                    <a:pt x="405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2" name="Google Shape;3404;p107"/>
            <p:cNvSpPr/>
            <p:nvPr/>
          </p:nvSpPr>
          <p:spPr>
            <a:xfrm>
              <a:off x="680481" y="4238531"/>
              <a:ext cx="189910" cy="95957"/>
            </a:xfrm>
            <a:custGeom>
              <a:avLst/>
              <a:gdLst/>
              <a:ahLst/>
              <a:cxnLst/>
              <a:rect l="l" t="t" r="r" b="b"/>
              <a:pathLst>
                <a:path w="10798" h="5456" extrusionOk="0">
                  <a:moveTo>
                    <a:pt x="1565" y="1"/>
                  </a:moveTo>
                  <a:cubicBezTo>
                    <a:pt x="992" y="1"/>
                    <a:pt x="451" y="359"/>
                    <a:pt x="252" y="929"/>
                  </a:cubicBezTo>
                  <a:cubicBezTo>
                    <a:pt x="1" y="1651"/>
                    <a:pt x="384" y="2446"/>
                    <a:pt x="1105" y="2697"/>
                  </a:cubicBezTo>
                  <a:lnTo>
                    <a:pt x="8779" y="5378"/>
                  </a:lnTo>
                  <a:cubicBezTo>
                    <a:pt x="8929" y="5431"/>
                    <a:pt x="9082" y="5455"/>
                    <a:pt x="9233" y="5455"/>
                  </a:cubicBezTo>
                  <a:cubicBezTo>
                    <a:pt x="9807" y="5455"/>
                    <a:pt x="10347" y="5096"/>
                    <a:pt x="10546" y="4526"/>
                  </a:cubicBezTo>
                  <a:cubicBezTo>
                    <a:pt x="10797" y="3806"/>
                    <a:pt x="10415" y="3010"/>
                    <a:pt x="9693" y="2759"/>
                  </a:cubicBezTo>
                  <a:lnTo>
                    <a:pt x="2020" y="78"/>
                  </a:lnTo>
                  <a:cubicBezTo>
                    <a:pt x="1870" y="26"/>
                    <a:pt x="1716" y="1"/>
                    <a:pt x="156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3" name="Google Shape;3405;p107"/>
            <p:cNvSpPr/>
            <p:nvPr/>
          </p:nvSpPr>
          <p:spPr>
            <a:xfrm>
              <a:off x="-963704" y="2930109"/>
              <a:ext cx="785563" cy="798631"/>
            </a:xfrm>
            <a:custGeom>
              <a:avLst/>
              <a:gdLst/>
              <a:ahLst/>
              <a:cxnLst/>
              <a:rect l="l" t="t" r="r" b="b"/>
              <a:pathLst>
                <a:path w="44666" h="45409" extrusionOk="0">
                  <a:moveTo>
                    <a:pt x="0" y="1"/>
                  </a:moveTo>
                  <a:lnTo>
                    <a:pt x="0" y="45408"/>
                  </a:lnTo>
                  <a:lnTo>
                    <a:pt x="44665" y="45408"/>
                  </a:lnTo>
                  <a:lnTo>
                    <a:pt x="4466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4" name="Google Shape;3406;p107"/>
            <p:cNvSpPr/>
            <p:nvPr/>
          </p:nvSpPr>
          <p:spPr>
            <a:xfrm>
              <a:off x="-998387" y="2873495"/>
              <a:ext cx="852642" cy="119208"/>
            </a:xfrm>
            <a:custGeom>
              <a:avLst/>
              <a:gdLst/>
              <a:ahLst/>
              <a:cxnLst/>
              <a:rect l="l" t="t" r="r" b="b"/>
              <a:pathLst>
                <a:path w="48480" h="6778" extrusionOk="0">
                  <a:moveTo>
                    <a:pt x="0" y="1"/>
                  </a:moveTo>
                  <a:lnTo>
                    <a:pt x="0" y="6777"/>
                  </a:lnTo>
                  <a:lnTo>
                    <a:pt x="48480" y="6777"/>
                  </a:lnTo>
                  <a:lnTo>
                    <a:pt x="4848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5" name="Google Shape;3407;p107"/>
            <p:cNvSpPr/>
            <p:nvPr/>
          </p:nvSpPr>
          <p:spPr>
            <a:xfrm>
              <a:off x="-809339" y="2874163"/>
              <a:ext cx="65724" cy="904244"/>
            </a:xfrm>
            <a:custGeom>
              <a:avLst/>
              <a:gdLst/>
              <a:ahLst/>
              <a:cxnLst/>
              <a:rect l="l" t="t" r="r" b="b"/>
              <a:pathLst>
                <a:path w="3737" h="51414" extrusionOk="0">
                  <a:moveTo>
                    <a:pt x="0" y="0"/>
                  </a:moveTo>
                  <a:lnTo>
                    <a:pt x="0" y="51414"/>
                  </a:lnTo>
                  <a:lnTo>
                    <a:pt x="3737" y="51414"/>
                  </a:lnTo>
                  <a:lnTo>
                    <a:pt x="373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6" name="Google Shape;3408;p107"/>
            <p:cNvSpPr/>
            <p:nvPr/>
          </p:nvSpPr>
          <p:spPr>
            <a:xfrm>
              <a:off x="-401274" y="2874163"/>
              <a:ext cx="65724" cy="904244"/>
            </a:xfrm>
            <a:custGeom>
              <a:avLst/>
              <a:gdLst/>
              <a:ahLst/>
              <a:cxnLst/>
              <a:rect l="l" t="t" r="r" b="b"/>
              <a:pathLst>
                <a:path w="3737" h="51414" extrusionOk="0">
                  <a:moveTo>
                    <a:pt x="0" y="0"/>
                  </a:moveTo>
                  <a:lnTo>
                    <a:pt x="0" y="51414"/>
                  </a:lnTo>
                  <a:lnTo>
                    <a:pt x="3737" y="51414"/>
                  </a:lnTo>
                  <a:lnTo>
                    <a:pt x="373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7" name="Google Shape;3409;p107"/>
            <p:cNvSpPr/>
            <p:nvPr/>
          </p:nvSpPr>
          <p:spPr>
            <a:xfrm>
              <a:off x="247195" y="4812095"/>
              <a:ext cx="427288" cy="287169"/>
            </a:xfrm>
            <a:custGeom>
              <a:avLst/>
              <a:gdLst/>
              <a:ahLst/>
              <a:cxnLst/>
              <a:rect l="l" t="t" r="r" b="b"/>
              <a:pathLst>
                <a:path w="24295" h="16328" extrusionOk="0">
                  <a:moveTo>
                    <a:pt x="3798" y="0"/>
                  </a:moveTo>
                  <a:cubicBezTo>
                    <a:pt x="3798" y="0"/>
                    <a:pt x="964" y="3108"/>
                    <a:pt x="613" y="5217"/>
                  </a:cubicBezTo>
                  <a:cubicBezTo>
                    <a:pt x="263" y="7325"/>
                    <a:pt x="1" y="8592"/>
                    <a:pt x="1" y="8592"/>
                  </a:cubicBezTo>
                  <a:lnTo>
                    <a:pt x="21085" y="16328"/>
                  </a:lnTo>
                  <a:cubicBezTo>
                    <a:pt x="21085" y="16328"/>
                    <a:pt x="24295" y="15004"/>
                    <a:pt x="23428" y="13084"/>
                  </a:cubicBezTo>
                  <a:cubicBezTo>
                    <a:pt x="22561" y="11164"/>
                    <a:pt x="12532" y="2637"/>
                    <a:pt x="12532" y="2637"/>
                  </a:cubicBezTo>
                  <a:lnTo>
                    <a:pt x="379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8" name="Google Shape;3410;p107"/>
            <p:cNvSpPr/>
            <p:nvPr/>
          </p:nvSpPr>
          <p:spPr>
            <a:xfrm>
              <a:off x="-140785" y="2919856"/>
              <a:ext cx="890420" cy="1969818"/>
            </a:xfrm>
            <a:custGeom>
              <a:avLst/>
              <a:gdLst/>
              <a:ahLst/>
              <a:cxnLst/>
              <a:rect l="l" t="t" r="r" b="b"/>
              <a:pathLst>
                <a:path w="50628" h="112001" extrusionOk="0">
                  <a:moveTo>
                    <a:pt x="15275" y="1"/>
                  </a:moveTo>
                  <a:cubicBezTo>
                    <a:pt x="6459" y="1"/>
                    <a:pt x="1" y="3596"/>
                    <a:pt x="11368" y="18581"/>
                  </a:cubicBezTo>
                  <a:cubicBezTo>
                    <a:pt x="40733" y="57290"/>
                    <a:pt x="28271" y="108913"/>
                    <a:pt x="28271" y="108913"/>
                  </a:cubicBezTo>
                  <a:lnTo>
                    <a:pt x="36666" y="112000"/>
                  </a:lnTo>
                  <a:cubicBezTo>
                    <a:pt x="36666" y="112000"/>
                    <a:pt x="50627" y="70614"/>
                    <a:pt x="49622" y="56048"/>
                  </a:cubicBezTo>
                  <a:cubicBezTo>
                    <a:pt x="48618" y="41483"/>
                    <a:pt x="33551" y="3062"/>
                    <a:pt x="33551" y="3062"/>
                  </a:cubicBezTo>
                  <a:cubicBezTo>
                    <a:pt x="33551" y="3062"/>
                    <a:pt x="23409" y="1"/>
                    <a:pt x="152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49" name="Google Shape;3411;p107"/>
            <p:cNvSpPr/>
            <p:nvPr/>
          </p:nvSpPr>
          <p:spPr>
            <a:xfrm>
              <a:off x="-53023" y="1972347"/>
              <a:ext cx="533288" cy="217522"/>
            </a:xfrm>
            <a:custGeom>
              <a:avLst/>
              <a:gdLst/>
              <a:ahLst/>
              <a:cxnLst/>
              <a:rect l="l" t="t" r="r" b="b"/>
              <a:pathLst>
                <a:path w="30322" h="12368" extrusionOk="0">
                  <a:moveTo>
                    <a:pt x="27261" y="0"/>
                  </a:moveTo>
                  <a:cubicBezTo>
                    <a:pt x="25098" y="0"/>
                    <a:pt x="4401" y="4324"/>
                    <a:pt x="2475" y="5064"/>
                  </a:cubicBezTo>
                  <a:cubicBezTo>
                    <a:pt x="487" y="5829"/>
                    <a:pt x="0" y="12368"/>
                    <a:pt x="0" y="12368"/>
                  </a:cubicBezTo>
                  <a:lnTo>
                    <a:pt x="30321" y="2310"/>
                  </a:lnTo>
                  <a:cubicBezTo>
                    <a:pt x="30321" y="2310"/>
                    <a:pt x="28332" y="321"/>
                    <a:pt x="27414" y="15"/>
                  </a:cubicBezTo>
                  <a:cubicBezTo>
                    <a:pt x="27385" y="5"/>
                    <a:pt x="27333" y="0"/>
                    <a:pt x="272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0" name="Google Shape;3412;p107"/>
            <p:cNvSpPr/>
            <p:nvPr/>
          </p:nvSpPr>
          <p:spPr>
            <a:xfrm>
              <a:off x="78127" y="3264729"/>
              <a:ext cx="550893" cy="1395252"/>
            </a:xfrm>
            <a:custGeom>
              <a:avLst/>
              <a:gdLst/>
              <a:ahLst/>
              <a:cxnLst/>
              <a:rect l="l" t="t" r="r" b="b"/>
              <a:pathLst>
                <a:path w="31323" h="79332" extrusionOk="0">
                  <a:moveTo>
                    <a:pt x="4925" y="1"/>
                  </a:moveTo>
                  <a:lnTo>
                    <a:pt x="1" y="3690"/>
                  </a:lnTo>
                  <a:lnTo>
                    <a:pt x="10522" y="17731"/>
                  </a:lnTo>
                  <a:lnTo>
                    <a:pt x="25340" y="79332"/>
                  </a:lnTo>
                  <a:lnTo>
                    <a:pt x="31323" y="77893"/>
                  </a:lnTo>
                  <a:lnTo>
                    <a:pt x="16207" y="15057"/>
                  </a:lnTo>
                  <a:lnTo>
                    <a:pt x="492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1" name="Google Shape;3413;p107"/>
            <p:cNvSpPr/>
            <p:nvPr/>
          </p:nvSpPr>
          <p:spPr>
            <a:xfrm>
              <a:off x="-1104439" y="3729320"/>
              <a:ext cx="1300068" cy="58918"/>
            </a:xfrm>
            <a:custGeom>
              <a:avLst/>
              <a:gdLst/>
              <a:ahLst/>
              <a:cxnLst/>
              <a:rect l="l" t="t" r="r" b="b"/>
              <a:pathLst>
                <a:path w="73920" h="3350" extrusionOk="0">
                  <a:moveTo>
                    <a:pt x="1674" y="0"/>
                  </a:moveTo>
                  <a:cubicBezTo>
                    <a:pt x="750" y="0"/>
                    <a:pt x="0" y="750"/>
                    <a:pt x="0" y="1675"/>
                  </a:cubicBezTo>
                  <a:cubicBezTo>
                    <a:pt x="0" y="2600"/>
                    <a:pt x="750" y="3350"/>
                    <a:pt x="1674" y="3350"/>
                  </a:cubicBezTo>
                  <a:lnTo>
                    <a:pt x="72244" y="3350"/>
                  </a:lnTo>
                  <a:cubicBezTo>
                    <a:pt x="73170" y="3350"/>
                    <a:pt x="73919" y="2600"/>
                    <a:pt x="73919" y="1675"/>
                  </a:cubicBezTo>
                  <a:cubicBezTo>
                    <a:pt x="73919" y="750"/>
                    <a:pt x="73170" y="0"/>
                    <a:pt x="7224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2" name="Google Shape;3414;p107"/>
            <p:cNvSpPr/>
            <p:nvPr/>
          </p:nvSpPr>
          <p:spPr>
            <a:xfrm>
              <a:off x="-95919" y="3077774"/>
              <a:ext cx="601281" cy="288822"/>
            </a:xfrm>
            <a:custGeom>
              <a:avLst/>
              <a:gdLst/>
              <a:ahLst/>
              <a:cxnLst/>
              <a:rect l="l" t="t" r="r" b="b"/>
              <a:pathLst>
                <a:path w="34188" h="16422" extrusionOk="0">
                  <a:moveTo>
                    <a:pt x="4071" y="1"/>
                  </a:moveTo>
                  <a:cubicBezTo>
                    <a:pt x="4071" y="1"/>
                    <a:pt x="0" y="7507"/>
                    <a:pt x="4071" y="13278"/>
                  </a:cubicBezTo>
                  <a:cubicBezTo>
                    <a:pt x="5710" y="15604"/>
                    <a:pt x="10444" y="16422"/>
                    <a:pt x="15607" y="16422"/>
                  </a:cubicBezTo>
                  <a:cubicBezTo>
                    <a:pt x="23258" y="16422"/>
                    <a:pt x="31852" y="14626"/>
                    <a:pt x="32725" y="13278"/>
                  </a:cubicBezTo>
                  <a:cubicBezTo>
                    <a:pt x="34187" y="11020"/>
                    <a:pt x="30286" y="6160"/>
                    <a:pt x="30286" y="6160"/>
                  </a:cubicBezTo>
                  <a:lnTo>
                    <a:pt x="407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3" name="Google Shape;3415;p107"/>
            <p:cNvSpPr/>
            <p:nvPr/>
          </p:nvSpPr>
          <p:spPr>
            <a:xfrm>
              <a:off x="-192316" y="2005622"/>
              <a:ext cx="1019037" cy="625605"/>
            </a:xfrm>
            <a:custGeom>
              <a:avLst/>
              <a:gdLst/>
              <a:ahLst/>
              <a:cxnLst/>
              <a:rect l="l" t="t" r="r" b="b"/>
              <a:pathLst>
                <a:path w="57941" h="35571" extrusionOk="0">
                  <a:moveTo>
                    <a:pt x="41241" y="1"/>
                  </a:moveTo>
                  <a:cubicBezTo>
                    <a:pt x="34544" y="1"/>
                    <a:pt x="11489" y="7203"/>
                    <a:pt x="7920" y="10474"/>
                  </a:cubicBezTo>
                  <a:cubicBezTo>
                    <a:pt x="4069" y="14007"/>
                    <a:pt x="0" y="22376"/>
                    <a:pt x="2485" y="26955"/>
                  </a:cubicBezTo>
                  <a:cubicBezTo>
                    <a:pt x="4970" y="31533"/>
                    <a:pt x="15299" y="35570"/>
                    <a:pt x="15299" y="35570"/>
                  </a:cubicBezTo>
                  <a:lnTo>
                    <a:pt x="57941" y="8644"/>
                  </a:lnTo>
                  <a:cubicBezTo>
                    <a:pt x="57941" y="8644"/>
                    <a:pt x="46692" y="1450"/>
                    <a:pt x="42507" y="142"/>
                  </a:cubicBezTo>
                  <a:cubicBezTo>
                    <a:pt x="42200" y="46"/>
                    <a:pt x="41771" y="1"/>
                    <a:pt x="4124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4" name="Google Shape;3416;p107"/>
            <p:cNvSpPr/>
            <p:nvPr/>
          </p:nvSpPr>
          <p:spPr>
            <a:xfrm>
              <a:off x="344208" y="4415092"/>
              <a:ext cx="464398" cy="464433"/>
            </a:xfrm>
            <a:custGeom>
              <a:avLst/>
              <a:gdLst/>
              <a:ahLst/>
              <a:cxnLst/>
              <a:rect l="l" t="t" r="r" b="b"/>
              <a:pathLst>
                <a:path w="26405" h="26407" extrusionOk="0">
                  <a:moveTo>
                    <a:pt x="13202" y="1"/>
                  </a:moveTo>
                  <a:cubicBezTo>
                    <a:pt x="9700" y="1"/>
                    <a:pt x="6342" y="1393"/>
                    <a:pt x="3867" y="3868"/>
                  </a:cubicBezTo>
                  <a:cubicBezTo>
                    <a:pt x="1391" y="6344"/>
                    <a:pt x="0" y="9702"/>
                    <a:pt x="0" y="13204"/>
                  </a:cubicBezTo>
                  <a:cubicBezTo>
                    <a:pt x="0" y="16705"/>
                    <a:pt x="1391" y="20064"/>
                    <a:pt x="3867" y="22540"/>
                  </a:cubicBezTo>
                  <a:cubicBezTo>
                    <a:pt x="6342" y="25016"/>
                    <a:pt x="9700" y="26407"/>
                    <a:pt x="13202" y="26407"/>
                  </a:cubicBezTo>
                  <a:cubicBezTo>
                    <a:pt x="16704" y="26407"/>
                    <a:pt x="20063" y="25016"/>
                    <a:pt x="22538" y="22540"/>
                  </a:cubicBezTo>
                  <a:cubicBezTo>
                    <a:pt x="25014" y="20064"/>
                    <a:pt x="26405" y="16705"/>
                    <a:pt x="26405" y="13204"/>
                  </a:cubicBezTo>
                  <a:cubicBezTo>
                    <a:pt x="26405" y="9702"/>
                    <a:pt x="25014" y="6344"/>
                    <a:pt x="22538" y="3868"/>
                  </a:cubicBezTo>
                  <a:cubicBezTo>
                    <a:pt x="20063" y="1393"/>
                    <a:pt x="16704" y="1"/>
                    <a:pt x="132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5" name="Google Shape;3417;p107"/>
            <p:cNvSpPr/>
            <p:nvPr/>
          </p:nvSpPr>
          <p:spPr>
            <a:xfrm>
              <a:off x="-335232" y="3524901"/>
              <a:ext cx="694689" cy="1053526"/>
            </a:xfrm>
            <a:custGeom>
              <a:avLst/>
              <a:gdLst/>
              <a:ahLst/>
              <a:cxnLst/>
              <a:rect l="l" t="t" r="r" b="b"/>
              <a:pathLst>
                <a:path w="39499" h="59902" extrusionOk="0">
                  <a:moveTo>
                    <a:pt x="34231" y="1"/>
                  </a:moveTo>
                  <a:lnTo>
                    <a:pt x="1" y="56723"/>
                  </a:lnTo>
                  <a:lnTo>
                    <a:pt x="5269" y="59902"/>
                  </a:lnTo>
                  <a:lnTo>
                    <a:pt x="39499" y="3180"/>
                  </a:lnTo>
                  <a:lnTo>
                    <a:pt x="3423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6" name="Google Shape;3418;p107"/>
            <p:cNvSpPr/>
            <p:nvPr/>
          </p:nvSpPr>
          <p:spPr>
            <a:xfrm>
              <a:off x="585473" y="3645727"/>
              <a:ext cx="1012161" cy="996121"/>
            </a:xfrm>
            <a:custGeom>
              <a:avLst/>
              <a:gdLst/>
              <a:ahLst/>
              <a:cxnLst/>
              <a:rect l="l" t="t" r="r" b="b"/>
              <a:pathLst>
                <a:path w="57550" h="56638" extrusionOk="0">
                  <a:moveTo>
                    <a:pt x="53240" y="0"/>
                  </a:moveTo>
                  <a:lnTo>
                    <a:pt x="0" y="52245"/>
                  </a:lnTo>
                  <a:lnTo>
                    <a:pt x="4310" y="56638"/>
                  </a:lnTo>
                  <a:lnTo>
                    <a:pt x="57549" y="4392"/>
                  </a:lnTo>
                  <a:lnTo>
                    <a:pt x="5324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7" name="Google Shape;3419;p107"/>
            <p:cNvSpPr/>
            <p:nvPr/>
          </p:nvSpPr>
          <p:spPr>
            <a:xfrm>
              <a:off x="259049" y="3173960"/>
              <a:ext cx="1746333" cy="433198"/>
            </a:xfrm>
            <a:custGeom>
              <a:avLst/>
              <a:gdLst/>
              <a:ahLst/>
              <a:cxnLst/>
              <a:rect l="l" t="t" r="r" b="b"/>
              <a:pathLst>
                <a:path w="99294" h="24631" extrusionOk="0">
                  <a:moveTo>
                    <a:pt x="68136" y="0"/>
                  </a:moveTo>
                  <a:lnTo>
                    <a:pt x="68136" y="18478"/>
                  </a:lnTo>
                  <a:lnTo>
                    <a:pt x="3078" y="18478"/>
                  </a:lnTo>
                  <a:cubicBezTo>
                    <a:pt x="1378" y="18478"/>
                    <a:pt x="1" y="19856"/>
                    <a:pt x="1" y="21555"/>
                  </a:cubicBezTo>
                  <a:cubicBezTo>
                    <a:pt x="1" y="23253"/>
                    <a:pt x="1378" y="24631"/>
                    <a:pt x="3078" y="24631"/>
                  </a:cubicBezTo>
                  <a:lnTo>
                    <a:pt x="74289" y="24631"/>
                  </a:lnTo>
                  <a:lnTo>
                    <a:pt x="74289" y="6153"/>
                  </a:lnTo>
                  <a:lnTo>
                    <a:pt x="85852" y="6153"/>
                  </a:lnTo>
                  <a:cubicBezTo>
                    <a:pt x="89870" y="6153"/>
                    <a:pt x="93140" y="9423"/>
                    <a:pt x="93140" y="13443"/>
                  </a:cubicBezTo>
                  <a:lnTo>
                    <a:pt x="93140" y="21555"/>
                  </a:lnTo>
                  <a:cubicBezTo>
                    <a:pt x="93140" y="23253"/>
                    <a:pt x="94517" y="24631"/>
                    <a:pt x="96217" y="24631"/>
                  </a:cubicBezTo>
                  <a:cubicBezTo>
                    <a:pt x="97916" y="24631"/>
                    <a:pt x="99294" y="23253"/>
                    <a:pt x="99294" y="21555"/>
                  </a:cubicBezTo>
                  <a:lnTo>
                    <a:pt x="99294" y="13442"/>
                  </a:lnTo>
                  <a:cubicBezTo>
                    <a:pt x="99294" y="6030"/>
                    <a:pt x="93264" y="0"/>
                    <a:pt x="858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8" name="Google Shape;3420;p107"/>
            <p:cNvSpPr/>
            <p:nvPr/>
          </p:nvSpPr>
          <p:spPr>
            <a:xfrm>
              <a:off x="-172443" y="2631051"/>
              <a:ext cx="1535793" cy="1512525"/>
            </a:xfrm>
            <a:custGeom>
              <a:avLst/>
              <a:gdLst/>
              <a:ahLst/>
              <a:cxnLst/>
              <a:rect l="l" t="t" r="r" b="b"/>
              <a:pathLst>
                <a:path w="87323" h="86000" extrusionOk="0">
                  <a:moveTo>
                    <a:pt x="14128" y="0"/>
                  </a:moveTo>
                  <a:cubicBezTo>
                    <a:pt x="12837" y="0"/>
                    <a:pt x="0" y="20478"/>
                    <a:pt x="6536" y="29779"/>
                  </a:cubicBezTo>
                  <a:cubicBezTo>
                    <a:pt x="12500" y="38266"/>
                    <a:pt x="51845" y="38683"/>
                    <a:pt x="59534" y="38683"/>
                  </a:cubicBezTo>
                  <a:cubicBezTo>
                    <a:pt x="60373" y="38683"/>
                    <a:pt x="60835" y="38678"/>
                    <a:pt x="60835" y="38678"/>
                  </a:cubicBezTo>
                  <a:lnTo>
                    <a:pt x="60835" y="38678"/>
                  </a:lnTo>
                  <a:cubicBezTo>
                    <a:pt x="60835" y="38679"/>
                    <a:pt x="53371" y="46910"/>
                    <a:pt x="49926" y="65159"/>
                  </a:cubicBezTo>
                  <a:cubicBezTo>
                    <a:pt x="46652" y="82499"/>
                    <a:pt x="47133" y="84451"/>
                    <a:pt x="47133" y="84451"/>
                  </a:cubicBezTo>
                  <a:lnTo>
                    <a:pt x="54058" y="85999"/>
                  </a:lnTo>
                  <a:cubicBezTo>
                    <a:pt x="54058" y="85999"/>
                    <a:pt x="87322" y="36876"/>
                    <a:pt x="83404" y="29244"/>
                  </a:cubicBezTo>
                  <a:cubicBezTo>
                    <a:pt x="79486" y="21610"/>
                    <a:pt x="32068" y="10683"/>
                    <a:pt x="32068" y="10683"/>
                  </a:cubicBezTo>
                  <a:lnTo>
                    <a:pt x="35796" y="5862"/>
                  </a:lnTo>
                  <a:lnTo>
                    <a:pt x="14169" y="9"/>
                  </a:lnTo>
                  <a:cubicBezTo>
                    <a:pt x="14157" y="3"/>
                    <a:pt x="14143" y="0"/>
                    <a:pt x="1412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59" name="Google Shape;3421;p107"/>
            <p:cNvSpPr/>
            <p:nvPr/>
          </p:nvSpPr>
          <p:spPr>
            <a:xfrm>
              <a:off x="1383312" y="1766749"/>
              <a:ext cx="324964" cy="32678"/>
            </a:xfrm>
            <a:custGeom>
              <a:avLst/>
              <a:gdLst/>
              <a:ahLst/>
              <a:cxnLst/>
              <a:rect l="l" t="t" r="r" b="b"/>
              <a:pathLst>
                <a:path w="18477" h="1858" extrusionOk="0">
                  <a:moveTo>
                    <a:pt x="930" y="1"/>
                  </a:moveTo>
                  <a:cubicBezTo>
                    <a:pt x="416" y="1"/>
                    <a:pt x="0" y="416"/>
                    <a:pt x="0" y="929"/>
                  </a:cubicBezTo>
                  <a:cubicBezTo>
                    <a:pt x="0" y="1442"/>
                    <a:pt x="416" y="1858"/>
                    <a:pt x="930" y="1858"/>
                  </a:cubicBezTo>
                  <a:lnTo>
                    <a:pt x="17548" y="1858"/>
                  </a:lnTo>
                  <a:cubicBezTo>
                    <a:pt x="18061" y="1858"/>
                    <a:pt x="18477" y="1442"/>
                    <a:pt x="18477" y="929"/>
                  </a:cubicBezTo>
                  <a:cubicBezTo>
                    <a:pt x="18477" y="416"/>
                    <a:pt x="18061" y="1"/>
                    <a:pt x="1754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0" name="Google Shape;3422;p107"/>
            <p:cNvSpPr/>
            <p:nvPr/>
          </p:nvSpPr>
          <p:spPr>
            <a:xfrm>
              <a:off x="937874" y="1707338"/>
              <a:ext cx="606030" cy="381526"/>
            </a:xfrm>
            <a:custGeom>
              <a:avLst/>
              <a:gdLst/>
              <a:ahLst/>
              <a:cxnLst/>
              <a:rect l="l" t="t" r="r" b="b"/>
              <a:pathLst>
                <a:path w="34458" h="21693" extrusionOk="0">
                  <a:moveTo>
                    <a:pt x="6187" y="1"/>
                  </a:moveTo>
                  <a:cubicBezTo>
                    <a:pt x="5795" y="137"/>
                    <a:pt x="0" y="7812"/>
                    <a:pt x="1175" y="12824"/>
                  </a:cubicBezTo>
                  <a:cubicBezTo>
                    <a:pt x="2350" y="17837"/>
                    <a:pt x="6795" y="21692"/>
                    <a:pt x="6795" y="21692"/>
                  </a:cubicBezTo>
                  <a:cubicBezTo>
                    <a:pt x="6795" y="21692"/>
                    <a:pt x="32657" y="12433"/>
                    <a:pt x="34458" y="6168"/>
                  </a:cubicBezTo>
                  <a:lnTo>
                    <a:pt x="618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1" name="Google Shape;3423;p107"/>
            <p:cNvSpPr/>
            <p:nvPr/>
          </p:nvSpPr>
          <p:spPr>
            <a:xfrm>
              <a:off x="983039" y="1590997"/>
              <a:ext cx="493189" cy="208570"/>
            </a:xfrm>
            <a:custGeom>
              <a:avLst/>
              <a:gdLst/>
              <a:ahLst/>
              <a:cxnLst/>
              <a:rect l="l" t="t" r="r" b="b"/>
              <a:pathLst>
                <a:path w="28042" h="11859" extrusionOk="0">
                  <a:moveTo>
                    <a:pt x="12660" y="1"/>
                  </a:moveTo>
                  <a:cubicBezTo>
                    <a:pt x="8783" y="1"/>
                    <a:pt x="5408" y="1266"/>
                    <a:pt x="3313" y="3370"/>
                  </a:cubicBezTo>
                  <a:cubicBezTo>
                    <a:pt x="1" y="6698"/>
                    <a:pt x="293" y="11650"/>
                    <a:pt x="293" y="11859"/>
                  </a:cubicBezTo>
                  <a:cubicBezTo>
                    <a:pt x="293" y="11859"/>
                    <a:pt x="12379" y="11849"/>
                    <a:pt x="20520" y="11849"/>
                  </a:cubicBezTo>
                  <a:cubicBezTo>
                    <a:pt x="24590" y="11849"/>
                    <a:pt x="27674" y="11851"/>
                    <a:pt x="27767" y="11859"/>
                  </a:cubicBezTo>
                  <a:cubicBezTo>
                    <a:pt x="27768" y="11859"/>
                    <a:pt x="27768" y="11859"/>
                    <a:pt x="27768" y="11859"/>
                  </a:cubicBezTo>
                  <a:cubicBezTo>
                    <a:pt x="28042" y="11859"/>
                    <a:pt x="25814" y="4306"/>
                    <a:pt x="21880" y="2305"/>
                  </a:cubicBezTo>
                  <a:cubicBezTo>
                    <a:pt x="18744" y="709"/>
                    <a:pt x="15562" y="1"/>
                    <a:pt x="1266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2" name="Google Shape;3424;p107"/>
            <p:cNvSpPr/>
            <p:nvPr/>
          </p:nvSpPr>
          <p:spPr>
            <a:xfrm>
              <a:off x="974298" y="1799549"/>
              <a:ext cx="549609" cy="504691"/>
            </a:xfrm>
            <a:custGeom>
              <a:avLst/>
              <a:gdLst/>
              <a:ahLst/>
              <a:cxnLst/>
              <a:rect l="l" t="t" r="r" b="b"/>
              <a:pathLst>
                <a:path w="31250" h="28696" extrusionOk="0">
                  <a:moveTo>
                    <a:pt x="21401" y="1"/>
                  </a:moveTo>
                  <a:cubicBezTo>
                    <a:pt x="12725" y="1"/>
                    <a:pt x="9320" y="9584"/>
                    <a:pt x="9320" y="9584"/>
                  </a:cubicBezTo>
                  <a:cubicBezTo>
                    <a:pt x="9320" y="9584"/>
                    <a:pt x="8993" y="5333"/>
                    <a:pt x="6439" y="5333"/>
                  </a:cubicBezTo>
                  <a:cubicBezTo>
                    <a:pt x="6210" y="5333"/>
                    <a:pt x="5963" y="5367"/>
                    <a:pt x="5696" y="5442"/>
                  </a:cubicBezTo>
                  <a:cubicBezTo>
                    <a:pt x="2459" y="6348"/>
                    <a:pt x="3625" y="11008"/>
                    <a:pt x="5696" y="12302"/>
                  </a:cubicBezTo>
                  <a:cubicBezTo>
                    <a:pt x="7767" y="13597"/>
                    <a:pt x="5696" y="18516"/>
                    <a:pt x="0" y="20328"/>
                  </a:cubicBezTo>
                  <a:cubicBezTo>
                    <a:pt x="0" y="20328"/>
                    <a:pt x="1151" y="28695"/>
                    <a:pt x="7119" y="28695"/>
                  </a:cubicBezTo>
                  <a:cubicBezTo>
                    <a:pt x="7790" y="28695"/>
                    <a:pt x="8522" y="28589"/>
                    <a:pt x="9320" y="28354"/>
                  </a:cubicBezTo>
                  <a:lnTo>
                    <a:pt x="14627" y="24729"/>
                  </a:lnTo>
                  <a:cubicBezTo>
                    <a:pt x="14627" y="24729"/>
                    <a:pt x="16936" y="26364"/>
                    <a:pt x="19836" y="26364"/>
                  </a:cubicBezTo>
                  <a:cubicBezTo>
                    <a:pt x="21376" y="26364"/>
                    <a:pt x="23082" y="25904"/>
                    <a:pt x="24699" y="24493"/>
                  </a:cubicBezTo>
                  <a:cubicBezTo>
                    <a:pt x="31250" y="18776"/>
                    <a:pt x="30678" y="265"/>
                    <a:pt x="21747" y="6"/>
                  </a:cubicBezTo>
                  <a:cubicBezTo>
                    <a:pt x="21630" y="3"/>
                    <a:pt x="21515" y="1"/>
                    <a:pt x="214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3" name="Google Shape;3425;p107"/>
            <p:cNvSpPr/>
            <p:nvPr/>
          </p:nvSpPr>
          <p:spPr>
            <a:xfrm>
              <a:off x="736989" y="2120134"/>
              <a:ext cx="1036660" cy="1081772"/>
            </a:xfrm>
            <a:custGeom>
              <a:avLst/>
              <a:gdLst/>
              <a:ahLst/>
              <a:cxnLst/>
              <a:rect l="l" t="t" r="r" b="b"/>
              <a:pathLst>
                <a:path w="58943" h="61508" extrusionOk="0">
                  <a:moveTo>
                    <a:pt x="14891" y="1"/>
                  </a:moveTo>
                  <a:cubicBezTo>
                    <a:pt x="8791" y="1"/>
                    <a:pt x="725" y="8136"/>
                    <a:pt x="0" y="11275"/>
                  </a:cubicBezTo>
                  <a:cubicBezTo>
                    <a:pt x="0" y="11275"/>
                    <a:pt x="3915" y="24131"/>
                    <a:pt x="20161" y="41942"/>
                  </a:cubicBezTo>
                  <a:cubicBezTo>
                    <a:pt x="36407" y="59754"/>
                    <a:pt x="53512" y="61507"/>
                    <a:pt x="53512" y="61507"/>
                  </a:cubicBezTo>
                  <a:lnTo>
                    <a:pt x="58942" y="56515"/>
                  </a:lnTo>
                  <a:cubicBezTo>
                    <a:pt x="58942" y="56515"/>
                    <a:pt x="40944" y="49092"/>
                    <a:pt x="34384" y="34116"/>
                  </a:cubicBezTo>
                  <a:cubicBezTo>
                    <a:pt x="26203" y="15443"/>
                    <a:pt x="22801" y="2585"/>
                    <a:pt x="16946" y="359"/>
                  </a:cubicBezTo>
                  <a:cubicBezTo>
                    <a:pt x="16298" y="113"/>
                    <a:pt x="15609" y="1"/>
                    <a:pt x="148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4" name="Google Shape;3426;p107"/>
            <p:cNvSpPr/>
            <p:nvPr/>
          </p:nvSpPr>
          <p:spPr>
            <a:xfrm>
              <a:off x="1137738" y="1816838"/>
              <a:ext cx="132874" cy="155614"/>
            </a:xfrm>
            <a:custGeom>
              <a:avLst/>
              <a:gdLst/>
              <a:ahLst/>
              <a:cxnLst/>
              <a:rect l="l" t="t" r="r" b="b"/>
              <a:pathLst>
                <a:path w="7555" h="8848" extrusionOk="0">
                  <a:moveTo>
                    <a:pt x="7555" y="0"/>
                  </a:moveTo>
                  <a:lnTo>
                    <a:pt x="7555" y="0"/>
                  </a:lnTo>
                  <a:cubicBezTo>
                    <a:pt x="7554" y="0"/>
                    <a:pt x="54" y="1684"/>
                    <a:pt x="27" y="1684"/>
                  </a:cubicBezTo>
                  <a:cubicBezTo>
                    <a:pt x="1" y="1684"/>
                    <a:pt x="27" y="8601"/>
                    <a:pt x="27" y="8601"/>
                  </a:cubicBezTo>
                  <a:cubicBezTo>
                    <a:pt x="27" y="8601"/>
                    <a:pt x="306" y="8847"/>
                    <a:pt x="743" y="8847"/>
                  </a:cubicBezTo>
                  <a:cubicBezTo>
                    <a:pt x="1246" y="8847"/>
                    <a:pt x="1959" y="8520"/>
                    <a:pt x="2696" y="7112"/>
                  </a:cubicBezTo>
                  <a:cubicBezTo>
                    <a:pt x="4071" y="4483"/>
                    <a:pt x="4508" y="2133"/>
                    <a:pt x="75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5" name="Google Shape;3427;p107"/>
            <p:cNvSpPr/>
            <p:nvPr/>
          </p:nvSpPr>
          <p:spPr>
            <a:xfrm>
              <a:off x="1197536" y="1799426"/>
              <a:ext cx="403387" cy="102324"/>
            </a:xfrm>
            <a:custGeom>
              <a:avLst/>
              <a:gdLst/>
              <a:ahLst/>
              <a:cxnLst/>
              <a:rect l="l" t="t" r="r" b="b"/>
              <a:pathLst>
                <a:path w="22936" h="5818" extrusionOk="0">
                  <a:moveTo>
                    <a:pt x="1" y="1"/>
                  </a:moveTo>
                  <a:lnTo>
                    <a:pt x="731" y="1759"/>
                  </a:lnTo>
                  <a:cubicBezTo>
                    <a:pt x="731" y="1759"/>
                    <a:pt x="5152" y="5613"/>
                    <a:pt x="10110" y="5613"/>
                  </a:cubicBezTo>
                  <a:cubicBezTo>
                    <a:pt x="10178" y="5613"/>
                    <a:pt x="10247" y="5612"/>
                    <a:pt x="10315" y="5611"/>
                  </a:cubicBezTo>
                  <a:lnTo>
                    <a:pt x="9468" y="3687"/>
                  </a:lnTo>
                  <a:lnTo>
                    <a:pt x="9468" y="3687"/>
                  </a:lnTo>
                  <a:cubicBezTo>
                    <a:pt x="9469" y="3687"/>
                    <a:pt x="11816" y="5817"/>
                    <a:pt x="14953" y="5817"/>
                  </a:cubicBezTo>
                  <a:cubicBezTo>
                    <a:pt x="17381" y="5817"/>
                    <a:pt x="20283" y="4540"/>
                    <a:pt x="22936" y="9"/>
                  </a:cubicBez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6" name="Google Shape;3428;p107"/>
            <p:cNvSpPr/>
            <p:nvPr/>
          </p:nvSpPr>
          <p:spPr>
            <a:xfrm>
              <a:off x="1571499" y="3060925"/>
              <a:ext cx="297246" cy="250393"/>
            </a:xfrm>
            <a:custGeom>
              <a:avLst/>
              <a:gdLst/>
              <a:ahLst/>
              <a:cxnLst/>
              <a:rect l="l" t="t" r="r" b="b"/>
              <a:pathLst>
                <a:path w="16901" h="14237" extrusionOk="0">
                  <a:moveTo>
                    <a:pt x="5648" y="0"/>
                  </a:moveTo>
                  <a:lnTo>
                    <a:pt x="1" y="6587"/>
                  </a:lnTo>
                  <a:lnTo>
                    <a:pt x="5017" y="8015"/>
                  </a:lnTo>
                  <a:lnTo>
                    <a:pt x="8683" y="13433"/>
                  </a:lnTo>
                  <a:cubicBezTo>
                    <a:pt x="8683" y="13433"/>
                    <a:pt x="12273" y="14236"/>
                    <a:pt x="13876" y="14236"/>
                  </a:cubicBezTo>
                  <a:cubicBezTo>
                    <a:pt x="14152" y="14236"/>
                    <a:pt x="14369" y="14213"/>
                    <a:pt x="14499" y="14157"/>
                  </a:cubicBezTo>
                  <a:cubicBezTo>
                    <a:pt x="15383" y="13778"/>
                    <a:pt x="16900" y="8089"/>
                    <a:pt x="15762" y="5687"/>
                  </a:cubicBezTo>
                  <a:cubicBezTo>
                    <a:pt x="14624" y="3285"/>
                    <a:pt x="5648" y="0"/>
                    <a:pt x="56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7" name="Google Shape;3429;p107"/>
            <p:cNvSpPr/>
            <p:nvPr/>
          </p:nvSpPr>
          <p:spPr>
            <a:xfrm>
              <a:off x="588217" y="4051805"/>
              <a:ext cx="427288" cy="287186"/>
            </a:xfrm>
            <a:custGeom>
              <a:avLst/>
              <a:gdLst/>
              <a:ahLst/>
              <a:cxnLst/>
              <a:rect l="l" t="t" r="r" b="b"/>
              <a:pathLst>
                <a:path w="24295" h="16329" extrusionOk="0">
                  <a:moveTo>
                    <a:pt x="3798" y="1"/>
                  </a:moveTo>
                  <a:cubicBezTo>
                    <a:pt x="3798" y="1"/>
                    <a:pt x="963" y="3109"/>
                    <a:pt x="613" y="5217"/>
                  </a:cubicBezTo>
                  <a:cubicBezTo>
                    <a:pt x="262" y="7326"/>
                    <a:pt x="1" y="8593"/>
                    <a:pt x="1" y="8593"/>
                  </a:cubicBezTo>
                  <a:lnTo>
                    <a:pt x="21084" y="16328"/>
                  </a:lnTo>
                  <a:cubicBezTo>
                    <a:pt x="21084" y="16328"/>
                    <a:pt x="24295" y="15005"/>
                    <a:pt x="23428" y="13085"/>
                  </a:cubicBezTo>
                  <a:cubicBezTo>
                    <a:pt x="22561" y="11165"/>
                    <a:pt x="12532" y="2638"/>
                    <a:pt x="12532" y="2638"/>
                  </a:cubicBezTo>
                  <a:lnTo>
                    <a:pt x="379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8" name="Google Shape;3430;p107"/>
            <p:cNvSpPr/>
            <p:nvPr/>
          </p:nvSpPr>
          <p:spPr>
            <a:xfrm>
              <a:off x="541522" y="4287565"/>
              <a:ext cx="249707" cy="404389"/>
            </a:xfrm>
            <a:custGeom>
              <a:avLst/>
              <a:gdLst/>
              <a:ahLst/>
              <a:cxnLst/>
              <a:rect l="l" t="t" r="r" b="b"/>
              <a:pathLst>
                <a:path w="14198" h="22993" extrusionOk="0">
                  <a:moveTo>
                    <a:pt x="11618" y="1"/>
                  </a:moveTo>
                  <a:lnTo>
                    <a:pt x="0" y="21605"/>
                  </a:lnTo>
                  <a:lnTo>
                    <a:pt x="2580" y="22992"/>
                  </a:lnTo>
                  <a:lnTo>
                    <a:pt x="14198" y="1388"/>
                  </a:lnTo>
                  <a:lnTo>
                    <a:pt x="1161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69" name="Google Shape;3431;p107"/>
            <p:cNvSpPr/>
            <p:nvPr/>
          </p:nvSpPr>
          <p:spPr>
            <a:xfrm>
              <a:off x="-53023" y="2095406"/>
              <a:ext cx="1225690" cy="796239"/>
            </a:xfrm>
            <a:custGeom>
              <a:avLst/>
              <a:gdLst/>
              <a:ahLst/>
              <a:cxnLst/>
              <a:rect l="l" t="t" r="r" b="b"/>
              <a:pathLst>
                <a:path w="69691" h="45273" extrusionOk="0">
                  <a:moveTo>
                    <a:pt x="53649" y="0"/>
                  </a:moveTo>
                  <a:cubicBezTo>
                    <a:pt x="51445" y="0"/>
                    <a:pt x="48985" y="294"/>
                    <a:pt x="46257" y="944"/>
                  </a:cubicBezTo>
                  <a:cubicBezTo>
                    <a:pt x="29314" y="4978"/>
                    <a:pt x="0" y="32845"/>
                    <a:pt x="0" y="32845"/>
                  </a:cubicBezTo>
                  <a:cubicBezTo>
                    <a:pt x="0" y="32845"/>
                    <a:pt x="0" y="45272"/>
                    <a:pt x="25841" y="45272"/>
                  </a:cubicBezTo>
                  <a:cubicBezTo>
                    <a:pt x="29504" y="45272"/>
                    <a:pt x="33687" y="45023"/>
                    <a:pt x="38462" y="44452"/>
                  </a:cubicBezTo>
                  <a:cubicBezTo>
                    <a:pt x="38462" y="44452"/>
                    <a:pt x="68525" y="23805"/>
                    <a:pt x="69159" y="15200"/>
                  </a:cubicBezTo>
                  <a:cubicBezTo>
                    <a:pt x="69690" y="7979"/>
                    <a:pt x="65135" y="0"/>
                    <a:pt x="536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70" name="Google Shape;3432;p107"/>
            <p:cNvSpPr/>
            <p:nvPr/>
          </p:nvSpPr>
          <p:spPr>
            <a:xfrm>
              <a:off x="68418" y="2346872"/>
              <a:ext cx="854454" cy="397917"/>
            </a:xfrm>
            <a:custGeom>
              <a:avLst/>
              <a:gdLst/>
              <a:ahLst/>
              <a:cxnLst/>
              <a:rect l="l" t="t" r="r" b="b"/>
              <a:pathLst>
                <a:path w="48583" h="22625" extrusionOk="0">
                  <a:moveTo>
                    <a:pt x="7640" y="1"/>
                  </a:moveTo>
                  <a:lnTo>
                    <a:pt x="0" y="7828"/>
                  </a:lnTo>
                  <a:cubicBezTo>
                    <a:pt x="0" y="7828"/>
                    <a:pt x="19332" y="22624"/>
                    <a:pt x="37592" y="22624"/>
                  </a:cubicBezTo>
                  <a:cubicBezTo>
                    <a:pt x="39474" y="22624"/>
                    <a:pt x="41345" y="22467"/>
                    <a:pt x="43182" y="22120"/>
                  </a:cubicBezTo>
                  <a:cubicBezTo>
                    <a:pt x="43494" y="22060"/>
                    <a:pt x="43782" y="21910"/>
                    <a:pt x="44009" y="21688"/>
                  </a:cubicBezTo>
                  <a:lnTo>
                    <a:pt x="48582" y="17283"/>
                  </a:lnTo>
                  <a:cubicBezTo>
                    <a:pt x="48582" y="17283"/>
                    <a:pt x="16213" y="12672"/>
                    <a:pt x="764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71" name="Google Shape;3433;p107"/>
            <p:cNvSpPr/>
            <p:nvPr/>
          </p:nvSpPr>
          <p:spPr>
            <a:xfrm>
              <a:off x="401578" y="2031001"/>
              <a:ext cx="818382" cy="310542"/>
            </a:xfrm>
            <a:custGeom>
              <a:avLst/>
              <a:gdLst/>
              <a:ahLst/>
              <a:cxnLst/>
              <a:rect l="l" t="t" r="r" b="b"/>
              <a:pathLst>
                <a:path w="46532" h="17657" extrusionOk="0">
                  <a:moveTo>
                    <a:pt x="20001" y="1"/>
                  </a:moveTo>
                  <a:cubicBezTo>
                    <a:pt x="8301" y="1"/>
                    <a:pt x="0" y="7749"/>
                    <a:pt x="0" y="7749"/>
                  </a:cubicBezTo>
                  <a:lnTo>
                    <a:pt x="12384" y="7218"/>
                  </a:lnTo>
                  <a:cubicBezTo>
                    <a:pt x="12559" y="6956"/>
                    <a:pt x="18170" y="5227"/>
                    <a:pt x="24722" y="5227"/>
                  </a:cubicBezTo>
                  <a:cubicBezTo>
                    <a:pt x="31437" y="5227"/>
                    <a:pt x="39141" y="7044"/>
                    <a:pt x="42992" y="14119"/>
                  </a:cubicBezTo>
                  <a:lnTo>
                    <a:pt x="44585" y="17657"/>
                  </a:lnTo>
                  <a:cubicBezTo>
                    <a:pt x="44585" y="17657"/>
                    <a:pt x="46531" y="8457"/>
                    <a:pt x="29900" y="1911"/>
                  </a:cubicBezTo>
                  <a:cubicBezTo>
                    <a:pt x="26423" y="542"/>
                    <a:pt x="23093" y="1"/>
                    <a:pt x="2000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72" name="Google Shape;3434;p107"/>
            <p:cNvSpPr/>
            <p:nvPr/>
          </p:nvSpPr>
          <p:spPr>
            <a:xfrm>
              <a:off x="-40448" y="2204361"/>
              <a:ext cx="498184" cy="360579"/>
            </a:xfrm>
            <a:custGeom>
              <a:avLst/>
              <a:gdLst/>
              <a:ahLst/>
              <a:cxnLst/>
              <a:rect l="l" t="t" r="r" b="b"/>
              <a:pathLst>
                <a:path w="28326" h="20502" extrusionOk="0">
                  <a:moveTo>
                    <a:pt x="20436" y="1"/>
                  </a:moveTo>
                  <a:cubicBezTo>
                    <a:pt x="13268" y="1"/>
                    <a:pt x="5782" y="5092"/>
                    <a:pt x="3361" y="7858"/>
                  </a:cubicBezTo>
                  <a:cubicBezTo>
                    <a:pt x="0" y="11699"/>
                    <a:pt x="6082" y="20502"/>
                    <a:pt x="6082" y="20502"/>
                  </a:cubicBezTo>
                  <a:lnTo>
                    <a:pt x="28326" y="2738"/>
                  </a:lnTo>
                  <a:cubicBezTo>
                    <a:pt x="25954" y="768"/>
                    <a:pt x="23219" y="1"/>
                    <a:pt x="204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grpSp>
      <p:sp>
        <p:nvSpPr>
          <p:cNvPr id="73" name="Rectangle 72"/>
          <p:cNvSpPr/>
          <p:nvPr/>
        </p:nvSpPr>
        <p:spPr>
          <a:xfrm>
            <a:off x="2825210" y="1420171"/>
            <a:ext cx="6598624" cy="1938992"/>
          </a:xfrm>
          <a:prstGeom prst="rect">
            <a:avLst/>
          </a:prstGeom>
        </p:spPr>
        <p:txBody>
          <a:bodyPr wrap="square">
            <a:spAutoFit/>
          </a:bodyPr>
          <a:lstStyle/>
          <a:p>
            <a:pPr algn="ctr"/>
            <a:r>
              <a:rPr lang="en" sz="6000" b="1" dirty="0">
                <a:solidFill>
                  <a:schemeClr val="accent6"/>
                </a:solidFill>
                <a:latin typeface="Advent Pro"/>
                <a:ea typeface="Advent Pro"/>
                <a:cs typeface="Advent Pro"/>
              </a:rPr>
              <a:t>Merci pour </a:t>
            </a:r>
            <a:r>
              <a:rPr lang="en" sz="6000" b="1" dirty="0">
                <a:solidFill>
                  <a:schemeClr val="accent6"/>
                </a:solidFill>
                <a:latin typeface="Advent Pro"/>
                <a:ea typeface="Advent Pro"/>
                <a:cs typeface="Advent Pro"/>
                <a:sym typeface="Advent Pro"/>
              </a:rPr>
              <a:t>votre</a:t>
            </a:r>
            <a:r>
              <a:rPr lang="en" sz="6000" b="1" dirty="0">
                <a:solidFill>
                  <a:schemeClr val="accent1">
                    <a:lumMod val="75000"/>
                  </a:schemeClr>
                </a:solidFill>
                <a:latin typeface="Advent Pro" panose="020B0604020202020204" charset="0"/>
              </a:rPr>
              <a:t>    </a:t>
            </a:r>
            <a:r>
              <a:rPr lang="en" sz="6000" b="1" dirty="0">
                <a:solidFill>
                  <a:schemeClr val="accent6"/>
                </a:solidFill>
                <a:latin typeface="Advent Pro"/>
                <a:ea typeface="Advent Pro"/>
                <a:cs typeface="Advent Pro"/>
              </a:rPr>
              <a:t>attention</a:t>
            </a:r>
            <a:endParaRPr lang="fr-FR" sz="6000" b="1" dirty="0">
              <a:solidFill>
                <a:schemeClr val="accent6"/>
              </a:solidFill>
              <a:latin typeface="Advent Pro"/>
              <a:ea typeface="Advent Pro"/>
              <a:cs typeface="Advent Pro"/>
            </a:endParaRPr>
          </a:p>
        </p:txBody>
      </p:sp>
    </p:spTree>
    <p:extLst>
      <p:ext uri="{BB962C8B-B14F-4D97-AF65-F5344CB8AC3E}">
        <p14:creationId xmlns:p14="http://schemas.microsoft.com/office/powerpoint/2010/main" val="3358882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1000" fill="hold"/>
                                        <p:tgtEl>
                                          <p:spTgt spid="4"/>
                                        </p:tgtEl>
                                        <p:attrNameLst>
                                          <p:attrName>r</p:attrName>
                                        </p:attrNameLst>
                                      </p:cBhvr>
                                    </p:animRot>
                                  </p:childTnLst>
                                </p:cTn>
                              </p:par>
                              <p:par>
                                <p:cTn id="7" presetID="8" presetClass="emph" presetSubtype="0" fill="hold" nodeType="withEffect">
                                  <p:stCondLst>
                                    <p:cond delay="0"/>
                                  </p:stCondLst>
                                  <p:childTnLst>
                                    <p:animRot by="-21600000">
                                      <p:cBhvr>
                                        <p:cTn id="8" dur="1000" fill="hold"/>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ood Delivery App by Slidesgo">
  <a:themeElements>
    <a:clrScheme name="Simple Light">
      <a:dk1>
        <a:srgbClr val="000000"/>
      </a:dk1>
      <a:lt1>
        <a:srgbClr val="FFFFFF"/>
      </a:lt1>
      <a:dk2>
        <a:srgbClr val="FFFAEA"/>
      </a:dk2>
      <a:lt2>
        <a:srgbClr val="FCE5CD"/>
      </a:lt2>
      <a:accent1>
        <a:srgbClr val="A8C987"/>
      </a:accent1>
      <a:accent2>
        <a:srgbClr val="D96FA0"/>
      </a:accent2>
      <a:accent3>
        <a:srgbClr val="66B9CC"/>
      </a:accent3>
      <a:accent4>
        <a:srgbClr val="F5DC6E"/>
      </a:accent4>
      <a:accent5>
        <a:srgbClr val="F3C347"/>
      </a:accent5>
      <a:accent6>
        <a:srgbClr val="5C65C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1237</TotalTime>
  <Words>438</Words>
  <Application>Microsoft Office PowerPoint</Application>
  <PresentationFormat>Affichage à l'écran (16:9)</PresentationFormat>
  <Paragraphs>58</Paragraphs>
  <Slides>10</Slides>
  <Notes>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vt:i4>
      </vt:variant>
    </vt:vector>
  </HeadingPairs>
  <TitlesOfParts>
    <vt:vector size="16" baseType="lpstr">
      <vt:lpstr>Advent Pro</vt:lpstr>
      <vt:lpstr>Open Sans</vt:lpstr>
      <vt:lpstr>Roboto</vt:lpstr>
      <vt:lpstr>Arial</vt:lpstr>
      <vt:lpstr>Aptos</vt:lpstr>
      <vt:lpstr>Food Delivery App by Slidesgo</vt:lpstr>
      <vt:lpstr>Marhaba: Votre Solution de Livraison de Repas</vt:lpstr>
      <vt:lpstr>Introduction</vt:lpstr>
      <vt:lpstr>Problem</vt:lpstr>
      <vt:lpstr>Solution</vt:lpstr>
      <vt:lpstr>Client</vt:lpstr>
      <vt:lpstr>Architecture technique (MERN)</vt:lpstr>
      <vt:lpstr>Plane de L’application</vt:lpstr>
      <vt:lpstr>Diagramme de cas d’etulisation</vt:lpstr>
      <vt:lpstr>Diagramme de classe</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DELIVERY APP</dc:title>
  <cp:lastModifiedBy>Youcode</cp:lastModifiedBy>
  <cp:revision>39</cp:revision>
  <dcterms:modified xsi:type="dcterms:W3CDTF">2026-10-03T23:56:59Z</dcterms:modified>
</cp:coreProperties>
</file>